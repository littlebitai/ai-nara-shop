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45분 안에 이 대회를 하는 데 필요한 지식을 한 바퀴 돌겠습니다. 목표는 전문가가 되는 게 아니고, 각자 맡은 일을 시작할 수 있게 만드는 겁니다. 모르는 용어가 나오면 그 자리에서 끊고 물어보세요. 오늘 다루는 건 여덟 덩어리인데, 순서에 이유가 있습니다. 우리가 이미 받은 베이스라인 코드가 무엇을 하는지 먼저 보고, 그 코드의 각 부분을 이해하려면 어떤 개념이 필요한지 역순으로 채우는 방식입니다. 그러니까 개념을 먼저 배우고 나중에 적용하는 게 아니라, 코드가 하는 일을 보면서 그때그때 필요한 개념을 꺼내 쓰겠습니다.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오늘의 지도입니다. 여덟 덩어리를 세 묶음으로 나눴습니다. 첫 묶음은 우리가 무엇을 만들고 무엇을 넘겨야 하는지, 즉 규칙과 데이터입니다. 두 번째 묶음이 오늘의 본체입니다. 모델을 부르는 데 필요한 개념과 검색에 필요한 개념. 특히 검색 쪽은 데이터베이스가 뭔지부터 시작할 테니 미리 겁먹지 마세요. 세 번째 묶음은 여럿이 같이 작업할 때 필요한 것들입니다. 오른쪽 아래를 봐 주세요. 오늘 안 다루는 것도 적어 뒀습니다. 모델을 직접 학습시키는 방법은 애초에 규칙으로 금지돼 있어서 배울 필요가 없습니다. 그게 이 대회의 특이한 점이고, 덕분에 우리가 배울 범위가 확 줄어듭니다.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그림이 오늘 강의의 기준점입니다. 우리가 받은 베이스라인 코드가 공고 한 건에 대해 하는 일입니다. 왼쪽부터 보시면, 공고 한 건을 읽고, 문서들을 이어 붙여 길이를 맞추고, 법령에서 관련 조문을 찾아 붙이고, 모델을 한 번 불러서 24개 항목의 답을 JSON으로 받고, 그 답을 검사해서 CSV에 씁니다. 아래 파란 글씨가 각 단계를 이해하려면 알아야 하는 개념입니다. 두 번째 칸이 토큰과 컨텍스트 길이, 세 번째가 검색, 네 번째가 프롬프트와 제약 디코딩입니다. 그래서 오늘 순서가 이 그림의 순서와 같습니다. 이 다섯 칸을 머리에 넣고 가시면 나머지는 다 이 그림 어딘가에 붙습니다. 하나만 기억하세요. 모델 호출은 공고당 딱 한 번입니다.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덩어리, 규칙입니다. 자세한 건 킥오프에서 봤으니 여기서는 강의용으로 딱 네 가지만 짚습니다. 첫째 모델을 바꾸거나 학습시킬 수 없습니다. 모두가 같은 모델을 씁니다. 그래서 실력 차이는 모델이 아니라 그 모델에게 무엇을 보여주느냐에서 납니다. 둘째 자료를 더 구해올 수 없습니다. 인터넷에서 법령을 새로 찾아오는 것도 금지입니다. 셋째 평가 서버는 인터넷이 끊겨 있습니다. 그래서 코드 안에서 외부 API를 부르면 실패합니다. 넷째 제출은 하루 한 번, 실행은 2시간입니다. 오른쪽 숫자를 보세요. 1,853건을 2시간에 처리해야 하니 한 건에 약 4초입니다. 이게 오늘 배울 모든 기술 선택의 상한선입니다. 뭘 하고 싶어도 4초를 넘기면 못 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우리가 최종적으로 넘기는 물건입니다. 표 한 장입니다. 한 줄이 공고 한 건이고, 열이 49개입니다. 공고 번호 1개, 위반 여부 24개, 근거 문구 24개. 위반 여부는 0 아니면 1만 씁니다. 애매해서 판단이 어려운 항목도 비워두면 안 되고 0을 씁니다. 근거 문구가 이 대회에서 가장 함정입니다. 우리가 문장을 새로 쓰면 안 되고, 원문에 있는 글자를 그대로 복사해 와야 합니다. 요약하거나 다듬으면 자동으로 무효 처리됩니다. 오른쪽 예시를 보세요. 위는 원문을 그대로 오려 붙였으니 통과고, 아래는 뜻은 같지만 우리가 다시 쓴 문장이라 무효입니다. 그리고 다섯 개 항목은 근거 문구를 항상 비웁니다. 있어야 할 내용이 없는 게 위반인 항목들이라 인용할 문장이 애초에 없습니다.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덩어리, 우리가 다루는 데이터입니다. 공고 한 건이 어떻게 생겼는지 알면 절반은 끝납니다. 크게 세 부분입니다. 번호, 문서 묶음, 등록 정보. 문서는 최대 다섯 종류인데 공고문은 항상 있고 나머지는 있을 때도 없을 때도 있습니다. 여기서 중요한 지점 하나. 위반 내용이 공고문에는 없고 첨부 규격서나 과업지시서에만 적혀 있는 항목이 있습니다. 공고문만 읽고 판단하면 그 항목은 틀립니다. 오른쪽은 등록 정보 21개 필드인데, 전부 외울 필요 없고 성격만 보세요. 금액, 지역제한 여부, 계약 방식, 업종 같은 것들입니다. 맨 아래 빨간 줄이 오늘 실무에서 가장 자주 사고 나는 지점입니다. 값이 없는 경우가 두 가지인데 뜻이 다릅니다. null은 그 칸이 비어 있다는 것이고, 미입력은 애초에 등록을 안 했다는 것입니다. 둘 다 해당 없음이라는 뜻이 아닙니다. 비어 있다는 사실 자체가 위반의 증거인 항목이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 덩어리, 법령입니다. 법을 전공하지 않아도 됩니다. 조문은 거의 항상 같은 모양이라 그 모양만 알면 됩니다. 왼쪽을 보세요. 누구에게 적용되는지, 무엇을 해야 하거나 하지 말아야 하는지, 그리고 예외입니다. 예외가 붙는 자리를 특히 잘 보셔야 합니다. 다만, 라는 말로 시작하는 문장이 있으면 앞의 규칙이 뒤집힙니다. 그리고 각 호, 즉 번호가 붙은 목록이 나오면 그중 하나만 해당해도 되는 건지 전부 해당해야 하는 건지를 확인해야 합니다. 이걸 놓치면 판단이 반대로 나옵니다. 오른쪽은 금액 구간입니다. 이 대회 항목 이름에 금액 구간이 계속 등장합니다. 같은 행위인데 금액이 얼마인지에 따라 위반이 되기도 하고 안 되기도 합니다. 그래서 금액을 먼저 확인하고 그 다음에 조건을 보는 순서가 중요합니다. 정확한 금액 숫자는 제가 여기 적지 않았습니다. 배포된 법령 패키지와 고시에서 직접 확인하세요. 기억으로 쓰면 틀립니다.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번째 덩어리, LLM 쪽입니다. 기초는 다들 아신다고 하셨으니 이 대회에서 실제로 걸리는 것만 짚습니다. 토큰이 뭔지부터. 모델은 글자를 통째로 읽지 않고 잘게 쪼개서 셉니다. 그 조각을 토큰이라고 합니다. 한글은 대략 한 글자가 한 토큰 근처라고 생각하시면 감이 맞습니다. 중요한 건 모델이 한 번에 읽을 수 있는 양에 상한이 있다는 것입니다. 우리 모델은 16,384토큰입니다. 그 안에 지시문, 법령 조문, 공고 문서, 그리고 모델이 내놓을 답까지 다 들어가야 합니다. 오른쪽 계산을 보세요. 답에 쓸 자리를 빼면 우리가 넣을 수 있는 건 14,848입니다. 그런데 베이스라인 기본 설정은 문서를 4,000자에서 자릅니다. 즉 예산이 남는데도 잘라서 버리고 있습니다. 여기가 우리가 점수를 올릴 수 있는 첫 번째 지점입니다. 예산을 넘기면 어떻게 되냐면, 뒤쪽 첨부부터 잘려 나갑니다. 그래서 중요한 문서가 뒤에 있으면 모델이 아예 못 봅니다. 아까 말한 첨부에만 위반이 있는 항목이 여기서 틀립니다.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같은 덩어리에서 두 가지만 더. 환각, 그리고 재현성입니다. 환각은 모델이 근거 없이 그럴듯한 말을 만들어내는 현상입니다. 이 대회에서 환각이 특히 위험한 이유가 있습니다. 근거 문구를 모델이 그럴듯하게 새로 써버리면, 원문과 안 맞으니 자동으로 무효 처리됩니다. 판단은 맞았는데 근거 때문에 버려지는 거죠. 그래서 지시문에 반드시 원문에서 그대로 오려 오라고 못을 박고, 코드에서 한 번 더 대조해서 검사합니다. 오른쪽은 재현성입니다. temperature라는 설정이 있는데, 높이면 모델이 매번 다르게 대답하고 0으로 두면 거의 같게 대답합니다. 우리는 0으로 고정하고 시드도 고정합니다. 왜냐하면 실험을 해야 하니까요. 같은 입력에 매번 다른 답이 나오면 우리가 바꾼 게 효과가 있었는지 알 수 없습니다. 창의적인 답을 원하는 게 아니라 일관된 판단을 원하는 겁니다. 이게 창작용 AI 사용법과 다른 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다섯 번째 덩어리, 프롬프트입니다. 우리가 모델에게 한 번 보내는 그 한 덩어리가 어떻게 생겼는지 보겠습니다. 네 부분입니다. 역할과 규칙, 판정 기준, 참고 조문, 그리고 실제 공고 내용. 그 다음 24개 항목의 답을 요구합니다. 여기서 중요한 건 두 번째 칸입니다. 법령 문장을 그대로 붙이면 모델이 흔들립니다. 조문은 사람이 읽기 위한 문장이라 판단 절차가 아니거든요. 그래서 우리가 항목마다 조건과 예외와 애매할 때 어떻게 할지를 미리 정리해서 넣습니다. 이게 킥오프에서 말한 판정 명세서고, 항목 분석 담당의 산출물입니다. 아래를 보세요. 좋은 지시와 나쁜 지시의 차이입니다. 나쁜 예는 위법인지 판단하라고만 시킨 것이고, 좋은 예는 무엇을 확인하고 어떤 조건이면 1이고 정보가 없으면 어떻게 하라고 절차를 준 것입니다. 모델은 판단 기준을 스스로 만들지 못합니다. 우리가 줘야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같은 덩어리의 두 번째입니다. 제약 디코딩. 이름이 어렵지만 개념은 간단합니다. 문제 상황부터 보시죠. 모델에게 자유롭게 답하게 하면 어떤 날은 표로, 어떤 날은 설명을 붙여서, 어떤 날은 항목 몇 개를 빼먹고 대답합니다. 1,853건을 처리해야 하는데 답 모양이 매번 다르면 표로 옮길 수가 없습니다. 제약 디코딩은 답의 모양을 미리 못 박아 두고 그 모양을 벗어나는 출력을 애초에 못 만들게 하는 장치입니다. 우리 경우엔 24개 항목이 전부 들어 있고 각 항목은 0이나 1, 근거는 문자열인 JSON 모양을 강제합니다. 오른쪽 위가 자유 생성의 결과고 아래가 강제된 결과입니다. 이걸 쓰는 이유가 하나 더 있습니다. 설명을 길게 쓰지 않으니 빠릅니다. 아까 건당 4초 기억하시죠. 답을 짧고 정해진 모양으로 받는 게 시간 예산에도 유리합니다. 그리고 이건 이미 베이스라인에 들어 있습니다. 우리가 새로 만들 게 아니라 이미 있는 장치라는 걸 알고 쓰시면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여섯 번째 덩어리, 검색입니다. RAG라는 말을 들어보셨을지 모르겠는데, 오늘 처음이라고 보고 가장 아래 바닥부터 시작하겠습니다. 먼저 왜 검색이 필요한지. 우리가 참고해야 할 법령이 전문 23건입니다. 이걸 전부 프롬프트에 넣으면 좋겠지만 아까 본 예산이 14,848토큰입니다. 법령 23건은 그 안에 절대 안 들어갑니다. 그러면 방법이 두 개입니다. 하나는 법령을 아예 안 넣고 모델이 알고 있길 기대하는 것. 이건 위험합니다. 모델이 법을 정확히 기억하지 못하고 환각을 냅니다. 게다가 우리가 참고해야 하는 건 대회가 배포한 특정 시점의 법령입니다. 다른 방법이 관련된 부분만 골라 넣는 것입니다. 이게 검색이고, 검색해서 찾은 걸 프롬프트에 붙여 모델에게 읽히는 방식을 RAG라고 부릅니다. 한 문장으로 하면, 다 못 넣으니 필요한 것만 찾아서 넣는다, 입니다. 이 한 문장이 RAG의 전부입니다. 그럼 어떻게 찾을까요. 다음 장에서 그걸 하려면 필요한 개념, 데이터베이스부터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찾는 방법을 이해하려면 두 가지 개념이 필요합니다. 데이터베이스와 벡터 데이터베이스. 왼쪽부터. 데이터베이스는 그냥 자료를 정리해서 넣어두고 꺼내 쓰는 창고입니다. 엑셀 표를 크게 만든 것이라고 생각하시면 처음엔 충분합니다. 핵심은 정확한 조건으로 찾는다는 겁니다. 지역이 서울인 것, 금액이 1억 이상인 것. 값이 맞으면 찾고 안 맞으면 못 찾습니다. 그런데 우리 문제에 이걸 쓰면 한계가 있습니다. 조문에 지역제한이라는 단어가 없고 해당 지역에 소재하는 자로 한정한다고 써 있으면 단어가 안 맞아서 못 찾습니다. 그래서 오른쪽입니다. 벡터 데이터베이스. 문장을 숫자 목록으로 바꿔서 저장합니다. 이 숫자 목록을 벡터라고 부르고, 뜻이 비슷한 문장은 비슷한 숫자가 됩니다. 그러면 단어가 달라도 뜻이 가까운 걸 찾을 수 있습니다. 문장을 숫자로 바꿔주는 게 임베딩 모델이고, 우리 대회는 bge-m3라는 모델을 서버에 준비해 뒀습니다. 아래 한 줄이 핵심 비교입니다. 일반 DB는 값이 같은 걸 찾고, 벡터 DB는 뜻이 가까운 걸 찾습니다.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실제로 어떻게 찾는지입니다. 세 단계로 보세요. 첫째 자르기. 법령 전문을 통째로 검색하면 쓸모가 없습니다. 조문 하나가 필요한데 법 전체가 걸려 나오면 프롬프트가 꽉 차버리니까요. 그래서 제N조 단위로 잘라 둡니다. 이렇게 자른 조각을 청크라고 부릅니다. 둘째 찾기. 두 가지 방법이 있습니다. BM25는 단어가 겹치는 걸 찾습니다. 지역제한이라는 단어가 양쪽에 다 있으면 걸립니다. 빠르고 GPU가 필요 없고, 조문 번호나 법 이름처럼 정확한 단어를 찾을 때 강합니다. 임베딩은 아까 본 뜻으로 찾는 방식입니다. 단어가 달라도 찾지만 모델을 돌려야 하니 느리고 메모리를 씁니다. 셋째 골라내기. 찾은 결과 중 위에서 몇 개만 씁니다. 이걸 top-k라고 하고 우리 베이스라인은 8개를 씁니다. 왜 8개냐, 다 넣으면 예산을 넘기니까요. 여기서 절충이 생깁니다. 많이 넣으면 정답 조문이 포함될 확률은 오르지만 공고 문서 자리가 줄고 느려집니다. 이 절충을 조절하는 게 실험입니다.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검색 마지막 장입니다. 지금 우리 코드가 어디까지 와 있고 어디로 갈지. 현재 베이스라인은 BM25 한 단입니다. 그리고 질의로 공고문 앞부분을 그대로 집어넣습니다. 이게 왜 문제냐면, 공고문 앞부분에는 발주 기관 이름이나 사업명 같은 게 주로 있어서 우리가 검토할 항목과 관련 없는 조문이 올라올 수 있습니다. 개선은 세 계단입니다. 1단계가 제일 싸고 효과가 확실합니다. 항목표에 항목마다 근거 조문이 이미 적혀 있으니, 검색하지 말고 그걸 그대로 붙이면 됩니다. 검색 실패 자체가 사라집니다. 2단계는 질의를 항목별 키워드로 바꾸고, 국가계약이냐 지방계약이냐에 따라 다른 법을 보게 갈라 주는 것. 3단계가 아까 배운 임베딩을 붙여서 BM25와 섞는 겁니다. 순서가 중요합니다. 1단계를 건너뛰고 3단계부터 하면 남은 2주에서 가장 비싼 시간을 씁니다. 그리고 3단계를 할 때는 GPU 메모리를 봐야 합니다. 고정 모델이 메모리를 거의 다 쓰기 때문에 임베딩 모델을 동시에 올리는 게 보장되지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일곱 번째 덩어리입니다. 우리가 뭘 바꿨을 때 좋아졌는지 나빠졌는지 어떻게 아는가. 먼저 점수가 어떻게 계산되는지 최소한만. 항목마다 F1이라는 점수를 냅니다. 위반인 걸 위반이라고 맞히는 정도와 아닌 걸 위반이라고 잘못 말하지 않는 정도를 합쳐 하나로 만든 점수입니다. 그 24개 점수를 그냥 평균 냅니다. 여기서 중요한 성질이 나옵니다. 가중치가 없으니, 자주 나오는 항목을 잘 맞혀도 평균은 별로 안 오릅니다. 반대로 점수가 낮은 약한 항목 하나를 올리면 평균이 똑같은 크기로 올라갑니다. 그래서 드문 항목을 버리는 전략이 안 통합니다. 오른쪽이 실험 규칙입니다. 한 번에 하나만 바꿉니다. 두 개를 동시에 바꿔서 점수가 올랐으면 둘 중 뭐가 효과였는지 모릅니다. 그리고 하루 한 번 제출이라 되돌릴 기회가 적습니다. 매번 기록하는 네 가지는 뭘 바꿨는지, 전후 점수, 실행시간, 채택했는지입니다. 실행시간을 빼먹지 마세요. 점수가 올랐는데 2시간을 넘기면 못 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같은 덩어리에서 반드시 짚어야 하는 함정입니다. 과적합. 우리가 정답을 가진 공고는 200건입니다. 실제 채점은 1,853건으로 합니다. 그리고 공식 안내에 이 둘의 구성비가 다르다고 명시돼 있습니다. 어떤 일이 벌어지느냐. 200건에서 틀린 걸 하나씩 보면서, 이 공고에는 이런 예외를 넣자, 저 공고에는 저 조건을 추가하자 하면서 규칙을 붙이기 시작합니다. 그러면 200건 점수는 계속 오릅니다. 기분이 좋습니다. 그런데 실제 제출하면 점수가 안 오르거나 떨어집니다. 우리가 만든 게 판단 기준이 아니라 200건의 정답표를 외운 거라서 그렇습니다. 오른쪽이 구분법입니다. 좋은 수정은 왜 그런지 말로 설명이 되고 다른 공고에도 적용됩니다. 나쁜 수정은 이 공고만 예외로 빼는 겁니다. 판단 기준은 조문에서 나와야 하고, 200건의 정답에서 거꾸로 나오면 안 됩니다. 실무 지침 하나. 어떤 수정을 하고 싶으면, 그게 조문의 어느 문장에서 나온 건지 말할 수 있어야 합니다. 말 못하면 그 수정은 외우기입니다.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여덟 번째 덩어리, 협업 도구입니다. Git 처음이라고 하셨으니 무엇을 위한 도구인지부터. 여러 사람이 같은 코드를 동시에 고치면 서로의 작업을 덮어씁니다. 카톡으로 파일을 주고받으면 누구 게 최신인지 모르게 됩니다. Git은 이걸 막아주는 도구입니다. 용어를 네 개만 아시면 됩니다. 저장소는 우리 코드가 사는 공동 폴더. 브랜치는 내 작업용 사본인데, 여기서 뭘 망가뜨려도 남에게 영향이 없습니다. 커밋은 여기까지 작업했다고 도장 찍는 것. 병합은 내 작업을 공동 폴더에 합치는 것. 오른쪽이 실제로 하는 일입니다. GitHub Desktop이라는 프로그램을 쓰면 명령어 없이 버튼으로 다 됩니다. 최신 받기, 내 브랜치 만들기, 고치고 도장 찍기, 검토 요청. 이 네 번입니다. 맨 아래 빨간 줄 세 개가 사고 예방 규칙입니다. main은 직접 고치지 말 것, 남의 담당 파일은 고치지 말고 요청할 것, 그리고 충돌이 나면 혼자 풀지 말고 넘길 것. 충돌은 두 사람이 같은 파일의 같은 줄을 동시에 고쳤을 때만 생기는데, 우리는 담당 파일을 나눠 놨으니 거의 안 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같은 덩어리 마지막. AI 코딩 도구 쓰는 법입니다. 전원이 직접 코드를 고칠 거고 AI 도구를 쓸 겁니다. 그런데 막 시키면 사고가 납니다. 가장 흔한 사고가 범위를 안 정해줘서 AI가 옆 파일까지 고쳐놓는 것입니다. 그러면 다른 사람 작업과 충돌이 나거나, 잘 돌던 게 갑자기 안 됩니다. 그래서 요청할 때 네 칸을 반드시 채웁니다. 입력, 출력, 수정 범위, 통과 조건. 오른쪽이 실제 예시입니다. 어떤 데이터를 읽는지, 무엇을 내놓는지, 어느 파일만 고쳐야 하는지, 그리고 다 하고 나서 뭘 확인해야 성공인지. 특히 세 번째와 네 번째가 중요합니다. 수정 범위를 파일 이름으로 못 박고, 통과 조건을 구체적으로 적어야 합니다. 아래 한 줄이 원칙입니다. AI가 쓴 코드도 내 책임입니다. 뭘 하는 코드인지 모르면 병합 요청하지 마세요. 모르면 AI에게 설명해 달라고 하면 됩니다. 그것도 작업의 일부입니다.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연습입니다. 지금까지 배운 게 실제 판단에서 어떻게 쓰이는지 네 가지 상황으로 확인하겠습니다. 각자 먼저 생각해 보시고 답을 맞춰 보죠. 첫 번째, 등록 정보의 지역제한 칸이 비어 있습니다. 제한이 없다는 뜻일까요. 아닙니다. 값이 없는 것과 제한이 없는 것은 다릅니다. 본문에서 확인해야 하고, 항목에 따라 비어 있다는 사실 자체가 증거입니다. 두 번째, 공고문에는 아무 문제가 없는데 첨부 과업지시서에 특정 모델명이 박혀 있습니다. 공고문만 보면 놓칩니다. 문서 전체를 봐야 합니다. 세 번째, 부재탐지형 항목입니다. 위반이라고 판단했는데 근거 문구에 뭘 쓸까요. 빈칸입니다. 없는 게 위반이니 인용할 문장이 없습니다. 네 번째가 제일 헷갈립니다. 판단은 맞았는데 근거 문구를 우리가 다듬어서 썼습니다. 결과는 근거가 버려집니다. 판단 점수에는 영향이 없지만 2차 평가에서 깎입니다. 네 문제 다 오늘 배운 내용 안에 답이 있었습니다.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정리하겠습니다. 오늘 배운 걸 한 줄씩 다시 짚으면 왼쪽입니다. 이 다섯 줄만 기억하시면 오늘 강의는 성공입니다. 모델은 모두 같으니 무엇을 보여주느냐가 실력이다. 넣을 수 있는 양에 한계가 있어서 골라 넣어야 한다. 골라 넣는 방법이 검색이고 뜻으로 찾는 게 벡터다. 답의 모양은 못 박아 두고 근거는 원문에서 오린다. 한 번에 하나만 바꾸고 기록한다. 오른쪽은 강의가 끝나고 각자 할 일입니다. 첫째 자기 담당 자료를 열어보는 것. 항목 분석은 항목표와 법령 패키지, 검색 담당은 베이스라인의 문서 처리 부분, 실험 담당은 dev 데이터입니다. 둘째 모르는 용어를 적어서 저에게 보내주세요. 오늘 다 이해했을 리가 없고 그게 정상입니다. 셋째 바로 이어서 30분 실습합니다. 도구 설치하고 첫 커밋까지 같이 해보겠습니다. 질문 받겠습니다.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부록입니다. 오늘 나온 용어를 한 장에 모았습니다. 강의 중에 놓친 게 있으면 여기서 찾으시고, 여기에도 없는 용어가 나오면 저에게 물어보세요. 이 장은 인쇄해서 책상에 두셔도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02E"/>
        </a:solidFill>
      </p:bgPr>
    </p:bg>
    <p:spTree>
      <p:nvGrpSpPr>
        <p:cNvPr id="1" name=""/>
        <p:cNvGrpSpPr/>
        <p:nvPr/>
      </p:nvGrpSpPr>
      <p:grpSpPr>
        <a:xfrm>
          <a:off x="0" y="0"/>
          <a:ext cx="0" cy="0"/>
          <a:chOff x="0" y="0"/>
          <a:chExt cx="0" cy="0"/>
        </a:xfrm>
      </p:grpSpPr>
      <p:sp>
        <p:nvSpPr>
          <p:cNvPr id="2" name="Text 0"/>
          <p:cNvSpPr/>
          <p:nvPr/>
        </p:nvSpPr>
        <p:spPr>
          <a:xfrm>
            <a:off x="1028700" y="1028700"/>
            <a:ext cx="17853660" cy="390525"/>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6FC3B2"/>
                </a:solidFill>
                <a:latin typeface="Noto Sans KR" pitchFamily="34" charset="0"/>
                <a:ea typeface="Noto Sans KR" pitchFamily="34" charset="-122"/>
                <a:cs typeface="Noto Sans KR" pitchFamily="34" charset="-120"/>
              </a:rPr>
              <a:t>사전 강의 · 45분 · 2026.09.15</a:t>
            </a:r>
            <a:endParaRPr lang="en-US" sz="1950" dirty="0"/>
          </a:p>
        </p:txBody>
      </p:sp>
      <p:sp>
        <p:nvSpPr>
          <p:cNvPr id="3" name="Text 1"/>
          <p:cNvSpPr/>
          <p:nvPr/>
        </p:nvSpPr>
        <p:spPr>
          <a:xfrm>
            <a:off x="1028700" y="1743075"/>
            <a:ext cx="14716125" cy="1958280"/>
          </a:xfrm>
          <a:prstGeom prst="rect">
            <a:avLst/>
          </a:prstGeom>
          <a:noFill/>
          <a:ln/>
        </p:spPr>
        <p:txBody>
          <a:bodyPr wrap="square" lIns="25400" tIns="25400" rIns="25400" bIns="25400" rtlCol="0" anchor="t">
            <a:normAutofit/>
          </a:bodyPr>
          <a:lstStyle/>
          <a:p>
            <a:pPr algn="l" indent="0" marL="0">
              <a:lnSpc>
                <a:spcPct val="83306"/>
              </a:lnSpc>
              <a:buNone/>
            </a:pPr>
            <a:r>
              <a:rPr lang="en-US" sz="6300" b="1" spc="-126" kern="0" dirty="0">
                <a:solidFill>
                  <a:srgbClr val="F6F4EF"/>
                </a:solidFill>
                <a:latin typeface="Noto Sans KR" pitchFamily="34" charset="0"/>
                <a:ea typeface="Noto Sans KR" pitchFamily="34" charset="-122"/>
                <a:cs typeface="Noto Sans KR" pitchFamily="34" charset="-120"/>
              </a:rPr>
              <a:t>이 대회를 하는 데 꼭 필요한 지식만 한 바퀴</a:t>
            </a:r>
            <a:endParaRPr lang="en-US" sz="6300" dirty="0"/>
          </a:p>
        </p:txBody>
      </p:sp>
      <p:sp>
        <p:nvSpPr>
          <p:cNvPr id="4" name="Text 2"/>
          <p:cNvSpPr/>
          <p:nvPr/>
        </p:nvSpPr>
        <p:spPr>
          <a:xfrm>
            <a:off x="1028700" y="4025205"/>
            <a:ext cx="15087600" cy="523875"/>
          </a:xfrm>
          <a:prstGeom prst="rect">
            <a:avLst/>
          </a:prstGeom>
          <a:noFill/>
          <a:ln/>
        </p:spPr>
        <p:txBody>
          <a:bodyPr wrap="square" lIns="25400" tIns="25400" rIns="25400" bIns="25400" rtlCol="0" anchor="t">
            <a:normAutofit/>
          </a:bodyPr>
          <a:lstStyle/>
          <a:p>
            <a:pPr algn="l" indent="0" marL="0">
              <a:lnSpc>
                <a:spcPct val="104082"/>
              </a:lnSpc>
              <a:buNone/>
            </a:pPr>
            <a:r>
              <a:rPr lang="en-US" sz="2550" dirty="0">
                <a:solidFill>
                  <a:srgbClr val="B9C2CE"/>
                </a:solidFill>
                <a:latin typeface="Noto Sans KR" pitchFamily="34" charset="0"/>
                <a:ea typeface="Noto Sans KR" pitchFamily="34" charset="-122"/>
                <a:cs typeface="Noto Sans KR" pitchFamily="34" charset="-120"/>
              </a:rPr>
              <a:t>나라장터 공고 법령위반 판정 — 데이터 · LLM · 검색 · 실험 · 협업</a:t>
            </a:r>
            <a:endParaRPr lang="en-US" sz="2550" dirty="0"/>
          </a:p>
        </p:txBody>
      </p:sp>
      <p:sp>
        <p:nvSpPr>
          <p:cNvPr id="5" name="Shape 3"/>
          <p:cNvSpPr/>
          <p:nvPr/>
        </p:nvSpPr>
        <p:spPr>
          <a:xfrm>
            <a:off x="1028700" y="8258175"/>
            <a:ext cx="16230600" cy="9525"/>
          </a:xfrm>
          <a:prstGeom prst="rect">
            <a:avLst/>
          </a:prstGeom>
          <a:solidFill>
            <a:srgbClr val="33404F"/>
          </a:solidFill>
          <a:ln/>
        </p:spPr>
      </p:sp>
      <p:sp>
        <p:nvSpPr>
          <p:cNvPr id="6" name="Text 4"/>
          <p:cNvSpPr/>
          <p:nvPr/>
        </p:nvSpPr>
        <p:spPr>
          <a:xfrm>
            <a:off x="1028700" y="8591550"/>
            <a:ext cx="5755585" cy="371475"/>
          </a:xfrm>
          <a:prstGeom prst="rect">
            <a:avLst/>
          </a:prstGeom>
          <a:noFill/>
          <a:ln/>
        </p:spPr>
        <p:txBody>
          <a:bodyPr wrap="square" lIns="25400" tIns="25400" rIns="25400" bIns="25400" rtlCol="0" anchor="t">
            <a:normAutofit/>
          </a:bodyPr>
          <a:lstStyle/>
          <a:p>
            <a:pPr algn="l" indent="0" marL="0">
              <a:buNone/>
            </a:pPr>
            <a:r>
              <a:rPr lang="en-US" sz="1800" dirty="0">
                <a:solidFill>
                  <a:srgbClr val="8A97A6"/>
                </a:solidFill>
                <a:latin typeface="Noto Sans KR" pitchFamily="34" charset="0"/>
                <a:ea typeface="Noto Sans KR" pitchFamily="34" charset="-122"/>
                <a:cs typeface="Noto Sans KR" pitchFamily="34" charset="-120"/>
              </a:rPr>
              <a:t>전제</a:t>
            </a:r>
            <a:endParaRPr lang="en-US" sz="1800" dirty="0"/>
          </a:p>
        </p:txBody>
      </p:sp>
      <p:sp>
        <p:nvSpPr>
          <p:cNvPr id="7" name="Text 5"/>
          <p:cNvSpPr/>
          <p:nvPr/>
        </p:nvSpPr>
        <p:spPr>
          <a:xfrm>
            <a:off x="1028700" y="9020175"/>
            <a:ext cx="5755585" cy="504825"/>
          </a:xfrm>
          <a:prstGeom prst="rect">
            <a:avLst/>
          </a:prstGeom>
          <a:noFill/>
          <a:ln/>
        </p:spPr>
        <p:txBody>
          <a:bodyPr wrap="square" lIns="25400" tIns="25400" rIns="25400" bIns="25400" rtlCol="0" anchor="t">
            <a:normAutofit/>
          </a:bodyPr>
          <a:lstStyle/>
          <a:p>
            <a:pPr algn="l" indent="0" marL="0">
              <a:buNone/>
            </a:pPr>
            <a:r>
              <a:rPr lang="en-US" sz="2550" b="1" dirty="0">
                <a:solidFill>
                  <a:srgbClr val="F6F4EF"/>
                </a:solidFill>
                <a:latin typeface="Noto Sans KR" pitchFamily="34" charset="0"/>
                <a:ea typeface="Noto Sans KR" pitchFamily="34" charset="-122"/>
                <a:cs typeface="Noto Sans KR" pitchFamily="34" charset="-120"/>
              </a:rPr>
              <a:t>아무것도 몰라도 된다</a:t>
            </a:r>
            <a:endParaRPr lang="en-US" sz="2550" dirty="0"/>
          </a:p>
        </p:txBody>
      </p:sp>
      <p:sp>
        <p:nvSpPr>
          <p:cNvPr id="8" name="Text 6"/>
          <p:cNvSpPr/>
          <p:nvPr/>
        </p:nvSpPr>
        <p:spPr>
          <a:xfrm>
            <a:off x="6527750" y="8591550"/>
            <a:ext cx="5755585" cy="371475"/>
          </a:xfrm>
          <a:prstGeom prst="rect">
            <a:avLst/>
          </a:prstGeom>
          <a:noFill/>
          <a:ln/>
        </p:spPr>
        <p:txBody>
          <a:bodyPr wrap="square" lIns="25400" tIns="25400" rIns="25400" bIns="25400" rtlCol="0" anchor="t">
            <a:normAutofit/>
          </a:bodyPr>
          <a:lstStyle/>
          <a:p>
            <a:pPr algn="l" indent="0" marL="0">
              <a:buNone/>
            </a:pPr>
            <a:r>
              <a:rPr lang="en-US" sz="1800" dirty="0">
                <a:solidFill>
                  <a:srgbClr val="8A97A6"/>
                </a:solidFill>
                <a:latin typeface="Noto Sans KR" pitchFamily="34" charset="0"/>
                <a:ea typeface="Noto Sans KR" pitchFamily="34" charset="-122"/>
                <a:cs typeface="Noto Sans KR" pitchFamily="34" charset="-120"/>
              </a:rPr>
              <a:t>방식</a:t>
            </a:r>
            <a:endParaRPr lang="en-US" sz="1800" dirty="0"/>
          </a:p>
        </p:txBody>
      </p:sp>
      <p:sp>
        <p:nvSpPr>
          <p:cNvPr id="9" name="Text 7"/>
          <p:cNvSpPr/>
          <p:nvPr/>
        </p:nvSpPr>
        <p:spPr>
          <a:xfrm>
            <a:off x="6527750" y="9020175"/>
            <a:ext cx="5755585" cy="504825"/>
          </a:xfrm>
          <a:prstGeom prst="rect">
            <a:avLst/>
          </a:prstGeom>
          <a:noFill/>
          <a:ln/>
        </p:spPr>
        <p:txBody>
          <a:bodyPr wrap="square" lIns="25400" tIns="25400" rIns="25400" bIns="25400" rtlCol="0" anchor="t">
            <a:normAutofit/>
          </a:bodyPr>
          <a:lstStyle/>
          <a:p>
            <a:pPr algn="l" indent="0" marL="0">
              <a:buNone/>
            </a:pPr>
            <a:r>
              <a:rPr lang="en-US" sz="2550" b="1" dirty="0">
                <a:solidFill>
                  <a:srgbClr val="F6F4EF"/>
                </a:solidFill>
                <a:latin typeface="Noto Sans KR" pitchFamily="34" charset="0"/>
                <a:ea typeface="Noto Sans KR" pitchFamily="34" charset="-122"/>
                <a:cs typeface="Noto Sans KR" pitchFamily="34" charset="-120"/>
              </a:rPr>
              <a:t>베이스라인 코드에서 역산</a:t>
            </a:r>
            <a:endParaRPr lang="en-US" sz="2550" dirty="0"/>
          </a:p>
        </p:txBody>
      </p:sp>
      <p:sp>
        <p:nvSpPr>
          <p:cNvPr id="10" name="Text 8"/>
          <p:cNvSpPr/>
          <p:nvPr/>
        </p:nvSpPr>
        <p:spPr>
          <a:xfrm>
            <a:off x="12026801" y="8591550"/>
            <a:ext cx="5755585" cy="371475"/>
          </a:xfrm>
          <a:prstGeom prst="rect">
            <a:avLst/>
          </a:prstGeom>
          <a:noFill/>
          <a:ln/>
        </p:spPr>
        <p:txBody>
          <a:bodyPr wrap="square" lIns="25400" tIns="25400" rIns="25400" bIns="25400" rtlCol="0" anchor="t">
            <a:normAutofit/>
          </a:bodyPr>
          <a:lstStyle/>
          <a:p>
            <a:pPr algn="l" indent="0" marL="0">
              <a:buNone/>
            </a:pPr>
            <a:r>
              <a:rPr lang="en-US" sz="1800" dirty="0">
                <a:solidFill>
                  <a:srgbClr val="8A97A6"/>
                </a:solidFill>
                <a:latin typeface="Noto Sans KR" pitchFamily="34" charset="0"/>
                <a:ea typeface="Noto Sans KR" pitchFamily="34" charset="-122"/>
                <a:cs typeface="Noto Sans KR" pitchFamily="34" charset="-120"/>
              </a:rPr>
              <a:t>규칙</a:t>
            </a:r>
            <a:endParaRPr lang="en-US" sz="1800" dirty="0"/>
          </a:p>
        </p:txBody>
      </p:sp>
      <p:sp>
        <p:nvSpPr>
          <p:cNvPr id="11" name="Text 9"/>
          <p:cNvSpPr/>
          <p:nvPr/>
        </p:nvSpPr>
        <p:spPr>
          <a:xfrm>
            <a:off x="12026801" y="9020175"/>
            <a:ext cx="5755585" cy="504825"/>
          </a:xfrm>
          <a:prstGeom prst="rect">
            <a:avLst/>
          </a:prstGeom>
          <a:noFill/>
          <a:ln/>
        </p:spPr>
        <p:txBody>
          <a:bodyPr wrap="square" lIns="25400" tIns="25400" rIns="25400" bIns="25400" rtlCol="0" anchor="t">
            <a:normAutofit/>
          </a:bodyPr>
          <a:lstStyle/>
          <a:p>
            <a:pPr algn="l" indent="0" marL="0">
              <a:buNone/>
            </a:pPr>
            <a:r>
              <a:rPr lang="en-US" sz="2550" b="1" dirty="0">
                <a:solidFill>
                  <a:srgbClr val="F6F4EF"/>
                </a:solidFill>
                <a:latin typeface="Noto Sans KR" pitchFamily="34" charset="0"/>
                <a:ea typeface="Noto Sans KR" pitchFamily="34" charset="-122"/>
                <a:cs typeface="Noto Sans KR" pitchFamily="34" charset="-120"/>
              </a:rPr>
              <a:t>모르는 용어는 그 자리에서 질문</a:t>
            </a:r>
            <a:endParaRPr lang="en-US" sz="2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1028700" y="838200"/>
            <a:ext cx="17853660" cy="390525"/>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0F6B5E"/>
                </a:solidFill>
                <a:latin typeface="Noto Sans KR" pitchFamily="34" charset="0"/>
                <a:ea typeface="Noto Sans KR" pitchFamily="34" charset="-122"/>
                <a:cs typeface="Noto Sans KR" pitchFamily="34" charset="-120"/>
              </a:rPr>
              <a:t>오늘의 지도</a:t>
            </a:r>
            <a:endParaRPr lang="en-US" sz="1950" dirty="0"/>
          </a:p>
        </p:txBody>
      </p:sp>
      <p:sp>
        <p:nvSpPr>
          <p:cNvPr id="3" name="Text 1"/>
          <p:cNvSpPr/>
          <p:nvPr/>
        </p:nvSpPr>
        <p:spPr>
          <a:xfrm>
            <a:off x="1028700" y="1343025"/>
            <a:ext cx="16764000" cy="734169"/>
          </a:xfrm>
          <a:prstGeom prst="rect">
            <a:avLst/>
          </a:prstGeom>
          <a:noFill/>
          <a:ln/>
        </p:spPr>
        <p:txBody>
          <a:bodyPr wrap="square" lIns="25400" tIns="25400" rIns="25400" bIns="25400" rtlCol="0" anchor="t">
            <a:normAutofit/>
          </a:bodyPr>
          <a:lstStyle/>
          <a:p>
            <a:pPr algn="l" indent="0" marL="0">
              <a:lnSpc>
                <a:spcPct val="87000"/>
              </a:lnSpc>
              <a:buNone/>
            </a:pPr>
            <a:r>
              <a:rPr lang="en-US" sz="4350" b="1" spc="-43" kern="0" dirty="0">
                <a:solidFill>
                  <a:srgbClr val="16202E"/>
                </a:solidFill>
                <a:latin typeface="Noto Sans KR" pitchFamily="34" charset="0"/>
                <a:ea typeface="Noto Sans KR" pitchFamily="34" charset="-122"/>
                <a:cs typeface="Noto Sans KR" pitchFamily="34" charset="-120"/>
              </a:rPr>
              <a:t>여덟 덩어리를 세 묶음으로 배운다</a:t>
            </a:r>
            <a:endParaRPr lang="en-US" sz="4350" dirty="0"/>
          </a:p>
        </p:txBody>
      </p:sp>
      <p:sp>
        <p:nvSpPr>
          <p:cNvPr id="4" name="Shape 2"/>
          <p:cNvSpPr/>
          <p:nvPr/>
        </p:nvSpPr>
        <p:spPr>
          <a:xfrm>
            <a:off x="1028700" y="2420094"/>
            <a:ext cx="5257800" cy="3006775"/>
          </a:xfrm>
          <a:prstGeom prst="roundRect">
            <a:avLst>
              <a:gd name="adj" fmla="val 1901"/>
            </a:avLst>
          </a:prstGeom>
          <a:solidFill>
            <a:srgbClr val="FFFFFF"/>
          </a:solidFill>
          <a:ln w="9525">
            <a:solidFill>
              <a:srgbClr val="E3DED3"/>
            </a:solidFill>
            <a:prstDash val="solid"/>
          </a:ln>
        </p:spPr>
      </p:sp>
      <p:sp>
        <p:nvSpPr>
          <p:cNvPr id="5" name="Text 3"/>
          <p:cNvSpPr/>
          <p:nvPr/>
        </p:nvSpPr>
        <p:spPr>
          <a:xfrm>
            <a:off x="1323975" y="2696319"/>
            <a:ext cx="5133975"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0F6B5E"/>
                </a:solidFill>
                <a:latin typeface="Noto Sans KR" pitchFamily="34" charset="0"/>
                <a:ea typeface="Noto Sans KR" pitchFamily="34" charset="-122"/>
                <a:cs typeface="Noto Sans KR" pitchFamily="34" charset="-120"/>
              </a:rPr>
              <a:t>묶음 1 · 무엇을 내놓는가</a:t>
            </a:r>
            <a:endParaRPr lang="en-US" sz="1800" dirty="0"/>
          </a:p>
        </p:txBody>
      </p:sp>
      <p:sp>
        <p:nvSpPr>
          <p:cNvPr id="6" name="Text 4"/>
          <p:cNvSpPr/>
          <p:nvPr/>
        </p:nvSpPr>
        <p:spPr>
          <a:xfrm>
            <a:off x="1323975" y="3163044"/>
            <a:ext cx="5133975" cy="410914"/>
          </a:xfrm>
          <a:prstGeom prst="rect">
            <a:avLst/>
          </a:prstGeom>
          <a:noFill/>
          <a:ln/>
        </p:spPr>
        <p:txBody>
          <a:bodyPr wrap="square" lIns="25400" tIns="25400" rIns="25400" bIns="25400" rtlCol="0" anchor="t">
            <a:normAutofit/>
          </a:bodyPr>
          <a:lstStyle/>
          <a:p>
            <a:pPr algn="l" indent="0" marL="0">
              <a:lnSpc>
                <a:spcPct val="93214"/>
              </a:lnSpc>
              <a:buNone/>
            </a:pPr>
            <a:r>
              <a:rPr lang="en-US" sz="2175" b="1" dirty="0">
                <a:solidFill>
                  <a:srgbClr val="16202E"/>
                </a:solidFill>
                <a:latin typeface="Noto Sans KR" pitchFamily="34" charset="0"/>
                <a:ea typeface="Noto Sans KR" pitchFamily="34" charset="-122"/>
                <a:cs typeface="Noto Sans KR" pitchFamily="34" charset="-120"/>
              </a:rPr>
              <a:t>① 규칙과 제출 형식</a:t>
            </a:r>
            <a:endParaRPr lang="en-US" sz="2175" dirty="0"/>
          </a:p>
        </p:txBody>
      </p:sp>
      <p:sp>
        <p:nvSpPr>
          <p:cNvPr id="7" name="Text 5"/>
          <p:cNvSpPr/>
          <p:nvPr/>
        </p:nvSpPr>
        <p:spPr>
          <a:xfrm>
            <a:off x="1323975" y="3669209"/>
            <a:ext cx="5133975" cy="410914"/>
          </a:xfrm>
          <a:prstGeom prst="rect">
            <a:avLst/>
          </a:prstGeom>
          <a:noFill/>
          <a:ln/>
        </p:spPr>
        <p:txBody>
          <a:bodyPr wrap="square" lIns="25400" tIns="25400" rIns="25400" bIns="25400" rtlCol="0" anchor="t">
            <a:normAutofit/>
          </a:bodyPr>
          <a:lstStyle/>
          <a:p>
            <a:pPr algn="l" indent="0" marL="0">
              <a:lnSpc>
                <a:spcPct val="93214"/>
              </a:lnSpc>
              <a:buNone/>
            </a:pPr>
            <a:r>
              <a:rPr lang="en-US" sz="2175" b="1" dirty="0">
                <a:solidFill>
                  <a:srgbClr val="16202E"/>
                </a:solidFill>
                <a:latin typeface="Noto Sans KR" pitchFamily="34" charset="0"/>
                <a:ea typeface="Noto Sans KR" pitchFamily="34" charset="-122"/>
                <a:cs typeface="Noto Sans KR" pitchFamily="34" charset="-120"/>
              </a:rPr>
              <a:t>② 공고 데이터 구조</a:t>
            </a:r>
            <a:endParaRPr lang="en-US" sz="2175" dirty="0"/>
          </a:p>
        </p:txBody>
      </p:sp>
      <p:sp>
        <p:nvSpPr>
          <p:cNvPr id="8" name="Text 6"/>
          <p:cNvSpPr/>
          <p:nvPr/>
        </p:nvSpPr>
        <p:spPr>
          <a:xfrm>
            <a:off x="1323975" y="4175373"/>
            <a:ext cx="5133975" cy="410914"/>
          </a:xfrm>
          <a:prstGeom prst="rect">
            <a:avLst/>
          </a:prstGeom>
          <a:noFill/>
          <a:ln/>
        </p:spPr>
        <p:txBody>
          <a:bodyPr wrap="square" lIns="25400" tIns="25400" rIns="25400" bIns="25400" rtlCol="0" anchor="t">
            <a:normAutofit/>
          </a:bodyPr>
          <a:lstStyle/>
          <a:p>
            <a:pPr algn="l" indent="0" marL="0">
              <a:lnSpc>
                <a:spcPct val="93214"/>
              </a:lnSpc>
              <a:buNone/>
            </a:pPr>
            <a:r>
              <a:rPr lang="en-US" sz="2175" b="1" dirty="0">
                <a:solidFill>
                  <a:srgbClr val="16202E"/>
                </a:solidFill>
                <a:latin typeface="Noto Sans KR" pitchFamily="34" charset="0"/>
                <a:ea typeface="Noto Sans KR" pitchFamily="34" charset="-122"/>
                <a:cs typeface="Noto Sans KR" pitchFamily="34" charset="-120"/>
              </a:rPr>
              <a:t>③ 법령 읽는 법과 금액 구간</a:t>
            </a:r>
            <a:endParaRPr lang="en-US" sz="2175" dirty="0"/>
          </a:p>
        </p:txBody>
      </p:sp>
      <p:sp>
        <p:nvSpPr>
          <p:cNvPr id="9" name="Shape 7"/>
          <p:cNvSpPr/>
          <p:nvPr/>
        </p:nvSpPr>
        <p:spPr>
          <a:xfrm>
            <a:off x="1323975" y="4681538"/>
            <a:ext cx="4667250" cy="9525"/>
          </a:xfrm>
          <a:prstGeom prst="rect">
            <a:avLst/>
          </a:prstGeom>
          <a:solidFill>
            <a:srgbClr val="DCD7CC"/>
          </a:solidFill>
          <a:ln/>
        </p:spPr>
      </p:sp>
      <p:sp>
        <p:nvSpPr>
          <p:cNvPr id="10" name="Text 8"/>
          <p:cNvSpPr/>
          <p:nvPr/>
        </p:nvSpPr>
        <p:spPr>
          <a:xfrm>
            <a:off x="1323975" y="4805363"/>
            <a:ext cx="4807268" cy="383381"/>
          </a:xfrm>
          <a:prstGeom prst="rect">
            <a:avLst/>
          </a:prstGeom>
          <a:noFill/>
          <a:ln/>
        </p:spPr>
        <p:txBody>
          <a:bodyPr wrap="square" lIns="25400" tIns="25400" rIns="25400" bIns="25400" rtlCol="0" anchor="t">
            <a:normAutofit/>
          </a:bodyPr>
          <a:lstStyle/>
          <a:p>
            <a:pPr algn="l" indent="0" marL="0">
              <a:lnSpc>
                <a:spcPct val="100694"/>
              </a:lnSpc>
              <a:buNone/>
            </a:pPr>
            <a:r>
              <a:rPr lang="en-US" sz="1875" dirty="0">
                <a:solidFill>
                  <a:srgbClr val="7C8492"/>
                </a:solidFill>
                <a:latin typeface="Noto Sans KR" pitchFamily="34" charset="0"/>
                <a:ea typeface="Noto Sans KR" pitchFamily="34" charset="-122"/>
                <a:cs typeface="Noto Sans KR" pitchFamily="34" charset="-120"/>
              </a:rPr>
              <a:t>여기가 틀리면 나머지가 다 무의미하다</a:t>
            </a:r>
            <a:endParaRPr lang="en-US" sz="1875" dirty="0"/>
          </a:p>
        </p:txBody>
      </p:sp>
      <p:sp>
        <p:nvSpPr>
          <p:cNvPr id="11" name="Shape 9"/>
          <p:cNvSpPr/>
          <p:nvPr/>
        </p:nvSpPr>
        <p:spPr>
          <a:xfrm>
            <a:off x="6515100" y="2420094"/>
            <a:ext cx="5257800" cy="3006775"/>
          </a:xfrm>
          <a:prstGeom prst="roundRect">
            <a:avLst>
              <a:gd name="adj" fmla="val 1901"/>
            </a:avLst>
          </a:prstGeom>
          <a:solidFill>
            <a:srgbClr val="16202E"/>
          </a:solidFill>
          <a:ln/>
        </p:spPr>
      </p:sp>
      <p:sp>
        <p:nvSpPr>
          <p:cNvPr id="12" name="Text 10"/>
          <p:cNvSpPr/>
          <p:nvPr/>
        </p:nvSpPr>
        <p:spPr>
          <a:xfrm>
            <a:off x="6800850" y="2686794"/>
            <a:ext cx="5154930"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6FC3B2"/>
                </a:solidFill>
                <a:latin typeface="Noto Sans KR" pitchFamily="34" charset="0"/>
                <a:ea typeface="Noto Sans KR" pitchFamily="34" charset="-122"/>
                <a:cs typeface="Noto Sans KR" pitchFamily="34" charset="-120"/>
              </a:rPr>
              <a:t>묶음 2 · 오늘의 본체</a:t>
            </a:r>
            <a:endParaRPr lang="en-US" sz="1800" dirty="0"/>
          </a:p>
        </p:txBody>
      </p:sp>
      <p:sp>
        <p:nvSpPr>
          <p:cNvPr id="13" name="Text 11"/>
          <p:cNvSpPr/>
          <p:nvPr/>
        </p:nvSpPr>
        <p:spPr>
          <a:xfrm>
            <a:off x="6800850" y="3153519"/>
            <a:ext cx="5154930" cy="410914"/>
          </a:xfrm>
          <a:prstGeom prst="rect">
            <a:avLst/>
          </a:prstGeom>
          <a:noFill/>
          <a:ln/>
        </p:spPr>
        <p:txBody>
          <a:bodyPr wrap="square" lIns="25400" tIns="25400" rIns="25400" bIns="25400" rtlCol="0" anchor="t">
            <a:normAutofit/>
          </a:bodyPr>
          <a:lstStyle/>
          <a:p>
            <a:pPr algn="l" indent="0" marL="0">
              <a:lnSpc>
                <a:spcPct val="93214"/>
              </a:lnSpc>
              <a:buNone/>
            </a:pPr>
            <a:r>
              <a:rPr lang="en-US" sz="2175" b="1" dirty="0">
                <a:solidFill>
                  <a:srgbClr val="F6F4EF"/>
                </a:solidFill>
                <a:latin typeface="Noto Sans KR" pitchFamily="34" charset="0"/>
                <a:ea typeface="Noto Sans KR" pitchFamily="34" charset="-122"/>
                <a:cs typeface="Noto Sans KR" pitchFamily="34" charset="-120"/>
              </a:rPr>
              <a:t>④ LLM 기초 (얕게)</a:t>
            </a:r>
            <a:endParaRPr lang="en-US" sz="2175" dirty="0"/>
          </a:p>
        </p:txBody>
      </p:sp>
      <p:sp>
        <p:nvSpPr>
          <p:cNvPr id="14" name="Text 12"/>
          <p:cNvSpPr/>
          <p:nvPr/>
        </p:nvSpPr>
        <p:spPr>
          <a:xfrm>
            <a:off x="6800850" y="3659684"/>
            <a:ext cx="5154930" cy="410914"/>
          </a:xfrm>
          <a:prstGeom prst="rect">
            <a:avLst/>
          </a:prstGeom>
          <a:noFill/>
          <a:ln/>
        </p:spPr>
        <p:txBody>
          <a:bodyPr wrap="square" lIns="25400" tIns="25400" rIns="25400" bIns="25400" rtlCol="0" anchor="t">
            <a:normAutofit/>
          </a:bodyPr>
          <a:lstStyle/>
          <a:p>
            <a:pPr algn="l" indent="0" marL="0">
              <a:lnSpc>
                <a:spcPct val="93214"/>
              </a:lnSpc>
              <a:buNone/>
            </a:pPr>
            <a:r>
              <a:rPr lang="en-US" sz="2175" b="1" dirty="0">
                <a:solidFill>
                  <a:srgbClr val="F6F4EF"/>
                </a:solidFill>
                <a:latin typeface="Noto Sans KR" pitchFamily="34" charset="0"/>
                <a:ea typeface="Noto Sans KR" pitchFamily="34" charset="-122"/>
                <a:cs typeface="Noto Sans KR" pitchFamily="34" charset="-120"/>
              </a:rPr>
              <a:t>⑤ 프롬프트와 제약 디코딩</a:t>
            </a:r>
            <a:endParaRPr lang="en-US" sz="2175" dirty="0"/>
          </a:p>
        </p:txBody>
      </p:sp>
      <p:sp>
        <p:nvSpPr>
          <p:cNvPr id="15" name="Text 13"/>
          <p:cNvSpPr/>
          <p:nvPr/>
        </p:nvSpPr>
        <p:spPr>
          <a:xfrm>
            <a:off x="6800850" y="4165848"/>
            <a:ext cx="5154930" cy="410914"/>
          </a:xfrm>
          <a:prstGeom prst="rect">
            <a:avLst/>
          </a:prstGeom>
          <a:noFill/>
          <a:ln/>
        </p:spPr>
        <p:txBody>
          <a:bodyPr wrap="square" lIns="25400" tIns="25400" rIns="25400" bIns="25400" rtlCol="0" anchor="t">
            <a:normAutofit/>
          </a:bodyPr>
          <a:lstStyle/>
          <a:p>
            <a:pPr algn="l" indent="0" marL="0">
              <a:lnSpc>
                <a:spcPct val="93214"/>
              </a:lnSpc>
              <a:buNone/>
            </a:pPr>
            <a:r>
              <a:rPr lang="en-US" sz="2175" b="1" dirty="0">
                <a:solidFill>
                  <a:srgbClr val="F6F4EF"/>
                </a:solidFill>
                <a:latin typeface="Noto Sans KR" pitchFamily="34" charset="0"/>
                <a:ea typeface="Noto Sans KR" pitchFamily="34" charset="-122"/>
                <a:cs typeface="Noto Sans KR" pitchFamily="34" charset="-120"/>
              </a:rPr>
              <a:t>⑥ 검색(RAG) — DB부터</a:t>
            </a:r>
            <a:endParaRPr lang="en-US" sz="2175" dirty="0"/>
          </a:p>
        </p:txBody>
      </p:sp>
      <p:sp>
        <p:nvSpPr>
          <p:cNvPr id="16" name="Shape 14"/>
          <p:cNvSpPr/>
          <p:nvPr/>
        </p:nvSpPr>
        <p:spPr>
          <a:xfrm>
            <a:off x="6800850" y="4672013"/>
            <a:ext cx="4686300" cy="9525"/>
          </a:xfrm>
          <a:prstGeom prst="rect">
            <a:avLst/>
          </a:prstGeom>
          <a:solidFill>
            <a:srgbClr val="33404F"/>
          </a:solidFill>
          <a:ln/>
        </p:spPr>
      </p:sp>
      <p:sp>
        <p:nvSpPr>
          <p:cNvPr id="17" name="Text 15"/>
          <p:cNvSpPr/>
          <p:nvPr/>
        </p:nvSpPr>
        <p:spPr>
          <a:xfrm>
            <a:off x="6800850" y="4795838"/>
            <a:ext cx="4826889" cy="383381"/>
          </a:xfrm>
          <a:prstGeom prst="rect">
            <a:avLst/>
          </a:prstGeom>
          <a:noFill/>
          <a:ln/>
        </p:spPr>
        <p:txBody>
          <a:bodyPr wrap="square" lIns="25400" tIns="25400" rIns="25400" bIns="25400" rtlCol="0" anchor="t">
            <a:normAutofit/>
          </a:bodyPr>
          <a:lstStyle/>
          <a:p>
            <a:pPr algn="l" indent="0" marL="0">
              <a:lnSpc>
                <a:spcPct val="100694"/>
              </a:lnSpc>
              <a:buNone/>
            </a:pPr>
            <a:r>
              <a:rPr lang="en-US" sz="1875" dirty="0">
                <a:solidFill>
                  <a:srgbClr val="8FA0B1"/>
                </a:solidFill>
                <a:latin typeface="Noto Sans KR" pitchFamily="34" charset="0"/>
                <a:ea typeface="Noto Sans KR" pitchFamily="34" charset="-122"/>
                <a:cs typeface="Noto Sans KR" pitchFamily="34" charset="-120"/>
              </a:rPr>
              <a:t>시간을 가장 많이 쓸 구간</a:t>
            </a:r>
            <a:endParaRPr lang="en-US" sz="1875" dirty="0"/>
          </a:p>
        </p:txBody>
      </p:sp>
      <p:sp>
        <p:nvSpPr>
          <p:cNvPr id="18" name="Shape 16"/>
          <p:cNvSpPr/>
          <p:nvPr/>
        </p:nvSpPr>
        <p:spPr>
          <a:xfrm>
            <a:off x="12001500" y="2420094"/>
            <a:ext cx="5257800" cy="3006775"/>
          </a:xfrm>
          <a:prstGeom prst="roundRect">
            <a:avLst>
              <a:gd name="adj" fmla="val 1901"/>
            </a:avLst>
          </a:prstGeom>
          <a:solidFill>
            <a:srgbClr val="FFFFFF"/>
          </a:solidFill>
          <a:ln w="9525">
            <a:solidFill>
              <a:srgbClr val="E3DED3"/>
            </a:solidFill>
            <a:prstDash val="solid"/>
          </a:ln>
        </p:spPr>
      </p:sp>
      <p:sp>
        <p:nvSpPr>
          <p:cNvPr id="19" name="Text 17"/>
          <p:cNvSpPr/>
          <p:nvPr/>
        </p:nvSpPr>
        <p:spPr>
          <a:xfrm>
            <a:off x="12296775" y="2696319"/>
            <a:ext cx="5133975"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0F6B5E"/>
                </a:solidFill>
                <a:latin typeface="Noto Sans KR" pitchFamily="34" charset="0"/>
                <a:ea typeface="Noto Sans KR" pitchFamily="34" charset="-122"/>
                <a:cs typeface="Noto Sans KR" pitchFamily="34" charset="-120"/>
              </a:rPr>
              <a:t>묶음 3 · 같이 일하기</a:t>
            </a:r>
            <a:endParaRPr lang="en-US" sz="1800" dirty="0"/>
          </a:p>
        </p:txBody>
      </p:sp>
      <p:sp>
        <p:nvSpPr>
          <p:cNvPr id="20" name="Text 18"/>
          <p:cNvSpPr/>
          <p:nvPr/>
        </p:nvSpPr>
        <p:spPr>
          <a:xfrm>
            <a:off x="12296775" y="3163044"/>
            <a:ext cx="5133975" cy="410914"/>
          </a:xfrm>
          <a:prstGeom prst="rect">
            <a:avLst/>
          </a:prstGeom>
          <a:noFill/>
          <a:ln/>
        </p:spPr>
        <p:txBody>
          <a:bodyPr wrap="square" lIns="25400" tIns="25400" rIns="25400" bIns="25400" rtlCol="0" anchor="t">
            <a:normAutofit/>
          </a:bodyPr>
          <a:lstStyle/>
          <a:p>
            <a:pPr algn="l" indent="0" marL="0">
              <a:lnSpc>
                <a:spcPct val="93214"/>
              </a:lnSpc>
              <a:buNone/>
            </a:pPr>
            <a:r>
              <a:rPr lang="en-US" sz="2175" b="1" dirty="0">
                <a:solidFill>
                  <a:srgbClr val="16202E"/>
                </a:solidFill>
                <a:latin typeface="Noto Sans KR" pitchFamily="34" charset="0"/>
                <a:ea typeface="Noto Sans KR" pitchFamily="34" charset="-122"/>
                <a:cs typeface="Noto Sans KR" pitchFamily="34" charset="-120"/>
              </a:rPr>
              <a:t>⑦ 실험 설계와 과적합</a:t>
            </a:r>
            <a:endParaRPr lang="en-US" sz="2175" dirty="0"/>
          </a:p>
        </p:txBody>
      </p:sp>
      <p:sp>
        <p:nvSpPr>
          <p:cNvPr id="21" name="Text 19"/>
          <p:cNvSpPr/>
          <p:nvPr/>
        </p:nvSpPr>
        <p:spPr>
          <a:xfrm>
            <a:off x="12296775" y="3669209"/>
            <a:ext cx="5133975" cy="410914"/>
          </a:xfrm>
          <a:prstGeom prst="rect">
            <a:avLst/>
          </a:prstGeom>
          <a:noFill/>
          <a:ln/>
        </p:spPr>
        <p:txBody>
          <a:bodyPr wrap="square" lIns="25400" tIns="25400" rIns="25400" bIns="25400" rtlCol="0" anchor="t">
            <a:normAutofit/>
          </a:bodyPr>
          <a:lstStyle/>
          <a:p>
            <a:pPr algn="l" indent="0" marL="0">
              <a:lnSpc>
                <a:spcPct val="93214"/>
              </a:lnSpc>
              <a:buNone/>
            </a:pPr>
            <a:r>
              <a:rPr lang="en-US" sz="2175" b="1" dirty="0">
                <a:solidFill>
                  <a:srgbClr val="16202E"/>
                </a:solidFill>
                <a:latin typeface="Noto Sans KR" pitchFamily="34" charset="0"/>
                <a:ea typeface="Noto Sans KR" pitchFamily="34" charset="-122"/>
                <a:cs typeface="Noto Sans KR" pitchFamily="34" charset="-120"/>
              </a:rPr>
              <a:t>⑧ Git과 AI 코딩 도구</a:t>
            </a:r>
            <a:endParaRPr lang="en-US" sz="2175" dirty="0"/>
          </a:p>
        </p:txBody>
      </p:sp>
      <p:sp>
        <p:nvSpPr>
          <p:cNvPr id="22" name="Text 20"/>
          <p:cNvSpPr/>
          <p:nvPr/>
        </p:nvSpPr>
        <p:spPr>
          <a:xfrm>
            <a:off x="12296775" y="4175373"/>
            <a:ext cx="5133975" cy="410914"/>
          </a:xfrm>
          <a:prstGeom prst="rect">
            <a:avLst/>
          </a:prstGeom>
          <a:noFill/>
          <a:ln/>
        </p:spPr>
        <p:txBody>
          <a:bodyPr wrap="square" lIns="25400" tIns="25400" rIns="25400" bIns="25400" rtlCol="0" anchor="t">
            <a:normAutofit/>
          </a:bodyPr>
          <a:lstStyle/>
          <a:p>
            <a:pPr algn="l" indent="0" marL="0">
              <a:lnSpc>
                <a:spcPct val="93214"/>
              </a:lnSpc>
              <a:buNone/>
            </a:pPr>
            <a:r>
              <a:rPr lang="en-US" sz="2175" b="1" dirty="0">
                <a:solidFill>
                  <a:srgbClr val="16202E"/>
                </a:solidFill>
                <a:latin typeface="Noto Sans KR" pitchFamily="34" charset="0"/>
                <a:ea typeface="Noto Sans KR" pitchFamily="34" charset="-122"/>
                <a:cs typeface="Noto Sans KR" pitchFamily="34" charset="-120"/>
              </a:rPr>
              <a:t>＋ 판단 연습</a:t>
            </a:r>
            <a:endParaRPr lang="en-US" sz="2175" dirty="0"/>
          </a:p>
        </p:txBody>
      </p:sp>
      <p:sp>
        <p:nvSpPr>
          <p:cNvPr id="23" name="Shape 21"/>
          <p:cNvSpPr/>
          <p:nvPr/>
        </p:nvSpPr>
        <p:spPr>
          <a:xfrm>
            <a:off x="12296775" y="4681538"/>
            <a:ext cx="4667250" cy="9525"/>
          </a:xfrm>
          <a:prstGeom prst="rect">
            <a:avLst/>
          </a:prstGeom>
          <a:solidFill>
            <a:srgbClr val="DCD7CC"/>
          </a:solidFill>
          <a:ln/>
        </p:spPr>
      </p:sp>
      <p:sp>
        <p:nvSpPr>
          <p:cNvPr id="24" name="Text 22"/>
          <p:cNvSpPr/>
          <p:nvPr/>
        </p:nvSpPr>
        <p:spPr>
          <a:xfrm>
            <a:off x="12296775" y="4805363"/>
            <a:ext cx="4807268" cy="383381"/>
          </a:xfrm>
          <a:prstGeom prst="rect">
            <a:avLst/>
          </a:prstGeom>
          <a:noFill/>
          <a:ln/>
        </p:spPr>
        <p:txBody>
          <a:bodyPr wrap="square" lIns="25400" tIns="25400" rIns="25400" bIns="25400" rtlCol="0" anchor="t">
            <a:normAutofit/>
          </a:bodyPr>
          <a:lstStyle/>
          <a:p>
            <a:pPr algn="l" indent="0" marL="0">
              <a:lnSpc>
                <a:spcPct val="100694"/>
              </a:lnSpc>
              <a:buNone/>
            </a:pPr>
            <a:r>
              <a:rPr lang="en-US" sz="1875" dirty="0">
                <a:solidFill>
                  <a:srgbClr val="7C8492"/>
                </a:solidFill>
                <a:latin typeface="Noto Sans KR" pitchFamily="34" charset="0"/>
                <a:ea typeface="Noto Sans KR" pitchFamily="34" charset="-122"/>
                <a:cs typeface="Noto Sans KR" pitchFamily="34" charset="-120"/>
              </a:rPr>
              <a:t>실습은 강의 직후 30분에 별도</a:t>
            </a:r>
            <a:endParaRPr lang="en-US" sz="1875" dirty="0"/>
          </a:p>
        </p:txBody>
      </p:sp>
      <p:sp>
        <p:nvSpPr>
          <p:cNvPr id="25" name="Shape 23"/>
          <p:cNvSpPr/>
          <p:nvPr/>
        </p:nvSpPr>
        <p:spPr>
          <a:xfrm>
            <a:off x="1028700" y="5807869"/>
            <a:ext cx="9234488" cy="1209675"/>
          </a:xfrm>
          <a:prstGeom prst="roundRect">
            <a:avLst>
              <a:gd name="adj" fmla="val 4724"/>
            </a:avLst>
          </a:prstGeom>
          <a:solidFill>
            <a:srgbClr val="EDE9E0"/>
          </a:solidFill>
          <a:ln/>
        </p:spPr>
      </p:sp>
      <p:sp>
        <p:nvSpPr>
          <p:cNvPr id="26" name="Text 24"/>
          <p:cNvSpPr/>
          <p:nvPr/>
        </p:nvSpPr>
        <p:spPr>
          <a:xfrm>
            <a:off x="1295400" y="6017419"/>
            <a:ext cx="8978122" cy="828675"/>
          </a:xfrm>
          <a:prstGeom prst="rect">
            <a:avLst/>
          </a:prstGeom>
          <a:noFill/>
          <a:ln/>
        </p:spPr>
        <p:txBody>
          <a:bodyPr wrap="square" lIns="25400" tIns="25400" rIns="25400" bIns="25400" rtlCol="0" anchor="t">
            <a:normAutofit/>
          </a:bodyPr>
          <a:lstStyle/>
          <a:p>
            <a:pPr algn="l" indent="0" marL="0">
              <a:lnSpc>
                <a:spcPct val="103846"/>
              </a:lnSpc>
              <a:buNone/>
            </a:pPr>
            <a:r>
              <a:rPr lang="en-US" sz="2025" b="1" dirty="0">
                <a:solidFill>
                  <a:srgbClr val="16202E"/>
                </a:solidFill>
                <a:latin typeface="Noto Sans KR" pitchFamily="34" charset="0"/>
                <a:ea typeface="Noto Sans KR" pitchFamily="34" charset="-122"/>
                <a:cs typeface="Noto Sans KR" pitchFamily="34" charset="-120"/>
              </a:rPr>
              <a:t>설명 방식 </a:t>
            </a:r>
            <a:pPr algn="l" indent="0" marL="0">
              <a:lnSpc>
                <a:spcPct val="103846"/>
              </a:lnSpc>
              <a:buNone/>
            </a:pPr>
            <a:r>
              <a:rPr lang="en-US" sz="2025" dirty="0">
                <a:solidFill>
                  <a:srgbClr val="3C4654"/>
                </a:solidFill>
                <a:highlight>
                  <a:srgbClr val="EDE9E0"/>
                </a:highlight>
                <a:latin typeface="Noto Sans KR" pitchFamily="34" charset="0"/>
                <a:ea typeface="Noto Sans KR" pitchFamily="34" charset="-122"/>
                <a:cs typeface="Noto Sans KR" pitchFamily="34" charset="-120"/>
              </a:rPr>
              <a:t>— 개념을 먼저 배우고 적용하는 게 아니라, 우리가 받은 베이스라인 코드가 하는 일을 보면서 그때 필요한 개념을 꺼낸다</a:t>
            </a:r>
            <a:endParaRPr lang="en-US" sz="2025" dirty="0"/>
          </a:p>
        </p:txBody>
      </p:sp>
      <p:sp>
        <p:nvSpPr>
          <p:cNvPr id="27" name="Shape 25"/>
          <p:cNvSpPr/>
          <p:nvPr/>
        </p:nvSpPr>
        <p:spPr>
          <a:xfrm>
            <a:off x="10491788" y="5807869"/>
            <a:ext cx="6767513" cy="1209675"/>
          </a:xfrm>
          <a:prstGeom prst="roundRect">
            <a:avLst>
              <a:gd name="adj" fmla="val 4724"/>
            </a:avLst>
          </a:prstGeom>
          <a:solidFill>
            <a:srgbClr val="FFFFFF"/>
          </a:solidFill>
          <a:ln w="9525">
            <a:solidFill>
              <a:srgbClr val="E1B9B1"/>
            </a:solidFill>
            <a:prstDash val="solid"/>
          </a:ln>
        </p:spPr>
      </p:sp>
      <p:sp>
        <p:nvSpPr>
          <p:cNvPr id="28" name="Text 26"/>
          <p:cNvSpPr/>
          <p:nvPr/>
        </p:nvSpPr>
        <p:spPr>
          <a:xfrm>
            <a:off x="10768013" y="6026944"/>
            <a:ext cx="6418088" cy="809625"/>
          </a:xfrm>
          <a:prstGeom prst="rect">
            <a:avLst/>
          </a:prstGeom>
          <a:noFill/>
          <a:ln/>
        </p:spPr>
        <p:txBody>
          <a:bodyPr wrap="square" lIns="25400" tIns="25400" rIns="25400" bIns="25400" rtlCol="0" anchor="t">
            <a:normAutofit/>
          </a:bodyPr>
          <a:lstStyle/>
          <a:p>
            <a:pPr algn="l" indent="0" marL="0">
              <a:lnSpc>
                <a:spcPct val="103846"/>
              </a:lnSpc>
              <a:buNone/>
            </a:pPr>
            <a:r>
              <a:rPr lang="en-US" sz="2025" b="1" dirty="0">
                <a:solidFill>
                  <a:srgbClr val="A4402E"/>
                </a:solidFill>
                <a:latin typeface="Noto Sans KR" pitchFamily="34" charset="0"/>
                <a:ea typeface="Noto Sans KR" pitchFamily="34" charset="-122"/>
                <a:cs typeface="Noto Sans KR" pitchFamily="34" charset="-120"/>
              </a:rPr>
              <a:t>오늘 안 다루는 것 — 모델 학습·파인튜닝. 규칙으로 금지되어 배울 필요가 없다</a:t>
            </a:r>
            <a:endParaRPr lang="en-US" sz="20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202E"/>
        </a:solidFill>
      </p:bgPr>
    </p:bg>
    <p:spTree>
      <p:nvGrpSpPr>
        <p:cNvPr id="1" name=""/>
        <p:cNvGrpSpPr/>
        <p:nvPr/>
      </p:nvGrpSpPr>
      <p:grpSpPr>
        <a:xfrm>
          <a:off x="0" y="0"/>
          <a:ext cx="0" cy="0"/>
          <a:chOff x="0" y="0"/>
          <a:chExt cx="0" cy="0"/>
        </a:xfrm>
      </p:grpSpPr>
      <p:sp>
        <p:nvSpPr>
          <p:cNvPr id="2" name="Text 0"/>
          <p:cNvSpPr/>
          <p:nvPr/>
        </p:nvSpPr>
        <p:spPr>
          <a:xfrm>
            <a:off x="1028700" y="838200"/>
            <a:ext cx="17853660" cy="390525"/>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6FC3B2"/>
                </a:solidFill>
                <a:latin typeface="Noto Sans KR" pitchFamily="34" charset="0"/>
                <a:ea typeface="Noto Sans KR" pitchFamily="34" charset="-122"/>
                <a:cs typeface="Noto Sans KR" pitchFamily="34" charset="-120"/>
              </a:rPr>
              <a:t>기준점</a:t>
            </a:r>
            <a:endParaRPr lang="en-US" sz="1950" dirty="0"/>
          </a:p>
        </p:txBody>
      </p:sp>
      <p:sp>
        <p:nvSpPr>
          <p:cNvPr id="3" name="Text 1"/>
          <p:cNvSpPr/>
          <p:nvPr/>
        </p:nvSpPr>
        <p:spPr>
          <a:xfrm>
            <a:off x="1028700" y="1343025"/>
            <a:ext cx="16973550" cy="734169"/>
          </a:xfrm>
          <a:prstGeom prst="rect">
            <a:avLst/>
          </a:prstGeom>
          <a:noFill/>
          <a:ln/>
        </p:spPr>
        <p:txBody>
          <a:bodyPr wrap="square" lIns="25400" tIns="25400" rIns="25400" bIns="25400" rtlCol="0" anchor="t">
            <a:normAutofit/>
          </a:bodyPr>
          <a:lstStyle/>
          <a:p>
            <a:pPr algn="l" indent="0" marL="0">
              <a:lnSpc>
                <a:spcPct val="87000"/>
              </a:lnSpc>
              <a:buNone/>
            </a:pPr>
            <a:r>
              <a:rPr lang="en-US" sz="4350" b="1" spc="-43" kern="0" dirty="0">
                <a:solidFill>
                  <a:srgbClr val="F6F4EF"/>
                </a:solidFill>
                <a:latin typeface="Noto Sans KR" pitchFamily="34" charset="0"/>
                <a:ea typeface="Noto Sans KR" pitchFamily="34" charset="-122"/>
                <a:cs typeface="Noto Sans KR" pitchFamily="34" charset="-120"/>
              </a:rPr>
              <a:t>우리가 받은 코드는 공고 한 건에 이 다섯 단계를 한다</a:t>
            </a:r>
            <a:endParaRPr lang="en-US" sz="4350" dirty="0"/>
          </a:p>
        </p:txBody>
      </p:sp>
      <p:sp>
        <p:nvSpPr>
          <p:cNvPr id="4" name="Shape 2"/>
          <p:cNvSpPr/>
          <p:nvPr/>
        </p:nvSpPr>
        <p:spPr>
          <a:xfrm>
            <a:off x="1028700" y="2420094"/>
            <a:ext cx="3124200" cy="2375297"/>
          </a:xfrm>
          <a:prstGeom prst="roundRect">
            <a:avLst>
              <a:gd name="adj" fmla="val 2406"/>
            </a:avLst>
          </a:prstGeom>
          <a:solidFill>
            <a:srgbClr val="1E2B3B"/>
          </a:solidFill>
          <a:ln w="9525">
            <a:solidFill>
              <a:srgbClr val="33404F"/>
            </a:solidFill>
            <a:prstDash val="solid"/>
          </a:ln>
        </p:spPr>
      </p:sp>
      <p:sp>
        <p:nvSpPr>
          <p:cNvPr id="5" name="Text 3"/>
          <p:cNvSpPr/>
          <p:nvPr/>
        </p:nvSpPr>
        <p:spPr>
          <a:xfrm>
            <a:off x="1247775" y="2658219"/>
            <a:ext cx="2954655"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6FC3B2"/>
                </a:solidFill>
                <a:latin typeface="Noto Sans KR" pitchFamily="34" charset="0"/>
                <a:ea typeface="Noto Sans KR" pitchFamily="34" charset="-122"/>
                <a:cs typeface="Noto Sans KR" pitchFamily="34" charset="-120"/>
              </a:rPr>
              <a:t>1</a:t>
            </a:r>
            <a:endParaRPr lang="en-US" sz="1800" dirty="0"/>
          </a:p>
        </p:txBody>
      </p:sp>
      <p:sp>
        <p:nvSpPr>
          <p:cNvPr id="6" name="Text 4"/>
          <p:cNvSpPr/>
          <p:nvPr/>
        </p:nvSpPr>
        <p:spPr>
          <a:xfrm>
            <a:off x="1247775" y="3096369"/>
            <a:ext cx="2954655" cy="384721"/>
          </a:xfrm>
          <a:prstGeom prst="rect">
            <a:avLst/>
          </a:prstGeom>
          <a:noFill/>
          <a:ln/>
        </p:spPr>
        <p:txBody>
          <a:bodyPr wrap="square" lIns="25400" tIns="25400" rIns="25400" bIns="25400" rtlCol="0" anchor="t">
            <a:normAutofit/>
          </a:bodyPr>
          <a:lstStyle/>
          <a:p>
            <a:pPr algn="l" indent="0" marL="0">
              <a:lnSpc>
                <a:spcPct val="91000"/>
              </a:lnSpc>
              <a:buNone/>
            </a:pPr>
            <a:r>
              <a:rPr lang="en-US" sz="2100" b="1" dirty="0">
                <a:solidFill>
                  <a:srgbClr val="F6F4EF"/>
                </a:solidFill>
                <a:latin typeface="Noto Sans KR" pitchFamily="34" charset="0"/>
                <a:ea typeface="Noto Sans KR" pitchFamily="34" charset="-122"/>
                <a:cs typeface="Noto Sans KR" pitchFamily="34" charset="-120"/>
              </a:rPr>
              <a:t>공고 1건 읽기</a:t>
            </a:r>
            <a:endParaRPr lang="en-US" sz="2100" dirty="0"/>
          </a:p>
        </p:txBody>
      </p:sp>
      <p:sp>
        <p:nvSpPr>
          <p:cNvPr id="7" name="Text 5"/>
          <p:cNvSpPr/>
          <p:nvPr/>
        </p:nvSpPr>
        <p:spPr>
          <a:xfrm>
            <a:off x="1247775" y="3547765"/>
            <a:ext cx="2766632" cy="700980"/>
          </a:xfrm>
          <a:prstGeom prst="rect">
            <a:avLst/>
          </a:prstGeom>
          <a:noFill/>
          <a:ln/>
        </p:spPr>
        <p:txBody>
          <a:bodyPr wrap="square" lIns="25400" tIns="25400" rIns="25400" bIns="25400" rtlCol="0" anchor="t">
            <a:normAutofit/>
          </a:bodyPr>
          <a:lstStyle/>
          <a:p>
            <a:pPr algn="l" indent="0" marL="0">
              <a:lnSpc>
                <a:spcPct val="99429"/>
              </a:lnSpc>
              <a:buNone/>
            </a:pPr>
            <a:r>
              <a:rPr lang="en-US" sz="1800" dirty="0">
                <a:solidFill>
                  <a:srgbClr val="C6CEDA"/>
                </a:solidFill>
                <a:latin typeface="Noto Sans KR" pitchFamily="34" charset="0"/>
                <a:ea typeface="Noto Sans KR" pitchFamily="34" charset="-122"/>
                <a:cs typeface="Noto Sans KR" pitchFamily="34" charset="-120"/>
              </a:rPr>
              <a:t>본문·첨부 텍스트 + 등록 정보 21필드</a:t>
            </a:r>
            <a:endParaRPr lang="en-US" sz="1800" dirty="0"/>
          </a:p>
        </p:txBody>
      </p:sp>
      <p:sp>
        <p:nvSpPr>
          <p:cNvPr id="8" name="Shape 6"/>
          <p:cNvSpPr/>
          <p:nvPr/>
        </p:nvSpPr>
        <p:spPr>
          <a:xfrm>
            <a:off x="4305300" y="2420094"/>
            <a:ext cx="3124200" cy="2375297"/>
          </a:xfrm>
          <a:prstGeom prst="roundRect">
            <a:avLst>
              <a:gd name="adj" fmla="val 2406"/>
            </a:avLst>
          </a:prstGeom>
          <a:solidFill>
            <a:srgbClr val="1E2B3B"/>
          </a:solidFill>
          <a:ln w="9525">
            <a:solidFill>
              <a:srgbClr val="33404F"/>
            </a:solidFill>
            <a:prstDash val="solid"/>
          </a:ln>
        </p:spPr>
      </p:sp>
      <p:sp>
        <p:nvSpPr>
          <p:cNvPr id="9" name="Text 7"/>
          <p:cNvSpPr/>
          <p:nvPr/>
        </p:nvSpPr>
        <p:spPr>
          <a:xfrm>
            <a:off x="4524375" y="2658219"/>
            <a:ext cx="2954655"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6FC3B2"/>
                </a:solidFill>
                <a:latin typeface="Noto Sans KR" pitchFamily="34" charset="0"/>
                <a:ea typeface="Noto Sans KR" pitchFamily="34" charset="-122"/>
                <a:cs typeface="Noto Sans KR" pitchFamily="34" charset="-120"/>
              </a:rPr>
              <a:t>2</a:t>
            </a:r>
            <a:endParaRPr lang="en-US" sz="1800" dirty="0"/>
          </a:p>
        </p:txBody>
      </p:sp>
      <p:sp>
        <p:nvSpPr>
          <p:cNvPr id="10" name="Text 8"/>
          <p:cNvSpPr/>
          <p:nvPr/>
        </p:nvSpPr>
        <p:spPr>
          <a:xfrm>
            <a:off x="4524375" y="3096369"/>
            <a:ext cx="2766632" cy="731341"/>
          </a:xfrm>
          <a:prstGeom prst="rect">
            <a:avLst/>
          </a:prstGeom>
          <a:noFill/>
          <a:ln/>
        </p:spPr>
        <p:txBody>
          <a:bodyPr wrap="square" lIns="25400" tIns="25400" rIns="25400" bIns="25400" rtlCol="0" anchor="t">
            <a:normAutofit/>
          </a:bodyPr>
          <a:lstStyle/>
          <a:p>
            <a:pPr algn="l" indent="0" marL="0">
              <a:lnSpc>
                <a:spcPct val="91000"/>
              </a:lnSpc>
              <a:buNone/>
            </a:pPr>
            <a:r>
              <a:rPr lang="en-US" sz="2100" b="1" dirty="0">
                <a:solidFill>
                  <a:srgbClr val="F6F4EF"/>
                </a:solidFill>
                <a:latin typeface="Noto Sans KR" pitchFamily="34" charset="0"/>
                <a:ea typeface="Noto Sans KR" pitchFamily="34" charset="-122"/>
                <a:cs typeface="Noto Sans KR" pitchFamily="34" charset="-120"/>
              </a:rPr>
              <a:t>문서 이어붙이고 길이 맞추기</a:t>
            </a:r>
            <a:endParaRPr lang="en-US" sz="2100" dirty="0"/>
          </a:p>
        </p:txBody>
      </p:sp>
      <p:sp>
        <p:nvSpPr>
          <p:cNvPr id="11" name="Text 9"/>
          <p:cNvSpPr/>
          <p:nvPr/>
        </p:nvSpPr>
        <p:spPr>
          <a:xfrm>
            <a:off x="4524375" y="3894386"/>
            <a:ext cx="2766632" cy="700980"/>
          </a:xfrm>
          <a:prstGeom prst="rect">
            <a:avLst/>
          </a:prstGeom>
          <a:noFill/>
          <a:ln/>
        </p:spPr>
        <p:txBody>
          <a:bodyPr wrap="square" lIns="25400" tIns="25400" rIns="25400" bIns="25400" rtlCol="0" anchor="t">
            <a:normAutofit/>
          </a:bodyPr>
          <a:lstStyle/>
          <a:p>
            <a:pPr algn="l" indent="0" marL="0">
              <a:lnSpc>
                <a:spcPct val="99429"/>
              </a:lnSpc>
              <a:buNone/>
            </a:pPr>
            <a:r>
              <a:rPr lang="en-US" sz="1800" dirty="0">
                <a:solidFill>
                  <a:srgbClr val="C6CEDA"/>
                </a:solidFill>
                <a:latin typeface="Noto Sans KR" pitchFamily="34" charset="0"/>
                <a:ea typeface="Noto Sans KR" pitchFamily="34" charset="-122"/>
                <a:cs typeface="Noto Sans KR" pitchFamily="34" charset="-120"/>
              </a:rPr>
              <a:t>예산을 넘으면 뒤에서부터 잘라낸다</a:t>
            </a:r>
            <a:endParaRPr lang="en-US" sz="1800" dirty="0"/>
          </a:p>
        </p:txBody>
      </p:sp>
      <p:sp>
        <p:nvSpPr>
          <p:cNvPr id="12" name="Shape 10"/>
          <p:cNvSpPr/>
          <p:nvPr/>
        </p:nvSpPr>
        <p:spPr>
          <a:xfrm>
            <a:off x="7581900" y="2420094"/>
            <a:ext cx="3124200" cy="2375297"/>
          </a:xfrm>
          <a:prstGeom prst="roundRect">
            <a:avLst>
              <a:gd name="adj" fmla="val 2406"/>
            </a:avLst>
          </a:prstGeom>
          <a:solidFill>
            <a:srgbClr val="1E2B3B"/>
          </a:solidFill>
          <a:ln w="9525">
            <a:solidFill>
              <a:srgbClr val="33404F"/>
            </a:solidFill>
            <a:prstDash val="solid"/>
          </a:ln>
        </p:spPr>
      </p:sp>
      <p:sp>
        <p:nvSpPr>
          <p:cNvPr id="13" name="Text 11"/>
          <p:cNvSpPr/>
          <p:nvPr/>
        </p:nvSpPr>
        <p:spPr>
          <a:xfrm>
            <a:off x="7800975" y="2658219"/>
            <a:ext cx="2954655"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6FC3B2"/>
                </a:solidFill>
                <a:latin typeface="Noto Sans KR" pitchFamily="34" charset="0"/>
                <a:ea typeface="Noto Sans KR" pitchFamily="34" charset="-122"/>
                <a:cs typeface="Noto Sans KR" pitchFamily="34" charset="-120"/>
              </a:rPr>
              <a:t>3</a:t>
            </a:r>
            <a:endParaRPr lang="en-US" sz="1800" dirty="0"/>
          </a:p>
        </p:txBody>
      </p:sp>
      <p:sp>
        <p:nvSpPr>
          <p:cNvPr id="14" name="Text 12"/>
          <p:cNvSpPr/>
          <p:nvPr/>
        </p:nvSpPr>
        <p:spPr>
          <a:xfrm>
            <a:off x="7800975" y="3096369"/>
            <a:ext cx="2766632" cy="731341"/>
          </a:xfrm>
          <a:prstGeom prst="rect">
            <a:avLst/>
          </a:prstGeom>
          <a:noFill/>
          <a:ln/>
        </p:spPr>
        <p:txBody>
          <a:bodyPr wrap="square" lIns="25400" tIns="25400" rIns="25400" bIns="25400" rtlCol="0" anchor="t">
            <a:normAutofit/>
          </a:bodyPr>
          <a:lstStyle/>
          <a:p>
            <a:pPr algn="l" indent="0" marL="0">
              <a:lnSpc>
                <a:spcPct val="91000"/>
              </a:lnSpc>
              <a:buNone/>
            </a:pPr>
            <a:r>
              <a:rPr lang="en-US" sz="2100" b="1" dirty="0">
                <a:solidFill>
                  <a:srgbClr val="F6F4EF"/>
                </a:solidFill>
                <a:latin typeface="Noto Sans KR" pitchFamily="34" charset="0"/>
                <a:ea typeface="Noto Sans KR" pitchFamily="34" charset="-122"/>
                <a:cs typeface="Noto Sans KR" pitchFamily="34" charset="-120"/>
              </a:rPr>
              <a:t>관련 법령 조문 찾아 붙이기</a:t>
            </a:r>
            <a:endParaRPr lang="en-US" sz="2100" dirty="0"/>
          </a:p>
        </p:txBody>
      </p:sp>
      <p:sp>
        <p:nvSpPr>
          <p:cNvPr id="15" name="Text 13"/>
          <p:cNvSpPr/>
          <p:nvPr/>
        </p:nvSpPr>
        <p:spPr>
          <a:xfrm>
            <a:off x="7800975" y="3894386"/>
            <a:ext cx="2954655" cy="369540"/>
          </a:xfrm>
          <a:prstGeom prst="rect">
            <a:avLst/>
          </a:prstGeom>
          <a:noFill/>
          <a:ln/>
        </p:spPr>
        <p:txBody>
          <a:bodyPr wrap="square" lIns="25400" tIns="25400" rIns="25400" bIns="25400" rtlCol="0" anchor="t">
            <a:normAutofit/>
          </a:bodyPr>
          <a:lstStyle/>
          <a:p>
            <a:pPr algn="l" indent="0" marL="0">
              <a:lnSpc>
                <a:spcPct val="99429"/>
              </a:lnSpc>
              <a:buNone/>
            </a:pPr>
            <a:r>
              <a:rPr lang="en-US" sz="1800" dirty="0">
                <a:solidFill>
                  <a:srgbClr val="C6CEDA"/>
                </a:solidFill>
                <a:latin typeface="Noto Sans KR" pitchFamily="34" charset="0"/>
                <a:ea typeface="Noto Sans KR" pitchFamily="34" charset="-122"/>
                <a:cs typeface="Noto Sans KR" pitchFamily="34" charset="-120"/>
              </a:rPr>
              <a:t>법령 전문 23건에서 검색</a:t>
            </a:r>
            <a:endParaRPr lang="en-US" sz="1800" dirty="0"/>
          </a:p>
        </p:txBody>
      </p:sp>
      <p:sp>
        <p:nvSpPr>
          <p:cNvPr id="16" name="Shape 14"/>
          <p:cNvSpPr/>
          <p:nvPr/>
        </p:nvSpPr>
        <p:spPr>
          <a:xfrm>
            <a:off x="10858500" y="2420094"/>
            <a:ext cx="3124200" cy="2375297"/>
          </a:xfrm>
          <a:prstGeom prst="roundRect">
            <a:avLst>
              <a:gd name="adj" fmla="val 2406"/>
            </a:avLst>
          </a:prstGeom>
          <a:solidFill>
            <a:srgbClr val="1E2B3B"/>
          </a:solidFill>
          <a:ln w="9525">
            <a:solidFill>
              <a:srgbClr val="33404F"/>
            </a:solidFill>
            <a:prstDash val="solid"/>
          </a:ln>
        </p:spPr>
      </p:sp>
      <p:sp>
        <p:nvSpPr>
          <p:cNvPr id="17" name="Text 15"/>
          <p:cNvSpPr/>
          <p:nvPr/>
        </p:nvSpPr>
        <p:spPr>
          <a:xfrm>
            <a:off x="11077575" y="2658219"/>
            <a:ext cx="2954655"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6FC3B2"/>
                </a:solidFill>
                <a:latin typeface="Noto Sans KR" pitchFamily="34" charset="0"/>
                <a:ea typeface="Noto Sans KR" pitchFamily="34" charset="-122"/>
                <a:cs typeface="Noto Sans KR" pitchFamily="34" charset="-120"/>
              </a:rPr>
              <a:t>4</a:t>
            </a:r>
            <a:endParaRPr lang="en-US" sz="1800" dirty="0"/>
          </a:p>
        </p:txBody>
      </p:sp>
      <p:sp>
        <p:nvSpPr>
          <p:cNvPr id="18" name="Text 16"/>
          <p:cNvSpPr/>
          <p:nvPr/>
        </p:nvSpPr>
        <p:spPr>
          <a:xfrm>
            <a:off x="11077575" y="3096369"/>
            <a:ext cx="2954655" cy="384721"/>
          </a:xfrm>
          <a:prstGeom prst="rect">
            <a:avLst/>
          </a:prstGeom>
          <a:noFill/>
          <a:ln/>
        </p:spPr>
        <p:txBody>
          <a:bodyPr wrap="square" lIns="25400" tIns="25400" rIns="25400" bIns="25400" rtlCol="0" anchor="t">
            <a:normAutofit/>
          </a:bodyPr>
          <a:lstStyle/>
          <a:p>
            <a:pPr algn="l" indent="0" marL="0">
              <a:lnSpc>
                <a:spcPct val="91000"/>
              </a:lnSpc>
              <a:buNone/>
            </a:pPr>
            <a:r>
              <a:rPr lang="en-US" sz="2100" b="1" dirty="0">
                <a:solidFill>
                  <a:srgbClr val="F6F4EF"/>
                </a:solidFill>
                <a:latin typeface="Noto Sans KR" pitchFamily="34" charset="0"/>
                <a:ea typeface="Noto Sans KR" pitchFamily="34" charset="-122"/>
                <a:cs typeface="Noto Sans KR" pitchFamily="34" charset="-120"/>
              </a:rPr>
              <a:t>모델 1회 호출</a:t>
            </a:r>
            <a:endParaRPr lang="en-US" sz="2100" dirty="0"/>
          </a:p>
        </p:txBody>
      </p:sp>
      <p:sp>
        <p:nvSpPr>
          <p:cNvPr id="19" name="Text 17"/>
          <p:cNvSpPr/>
          <p:nvPr/>
        </p:nvSpPr>
        <p:spPr>
          <a:xfrm>
            <a:off x="11077575" y="3547765"/>
            <a:ext cx="2766632" cy="700980"/>
          </a:xfrm>
          <a:prstGeom prst="rect">
            <a:avLst/>
          </a:prstGeom>
          <a:noFill/>
          <a:ln/>
        </p:spPr>
        <p:txBody>
          <a:bodyPr wrap="square" lIns="25400" tIns="25400" rIns="25400" bIns="25400" rtlCol="0" anchor="t">
            <a:normAutofit/>
          </a:bodyPr>
          <a:lstStyle/>
          <a:p>
            <a:pPr algn="l" indent="0" marL="0">
              <a:lnSpc>
                <a:spcPct val="99429"/>
              </a:lnSpc>
              <a:buNone/>
            </a:pPr>
            <a:r>
              <a:rPr lang="en-US" sz="1800" dirty="0">
                <a:solidFill>
                  <a:srgbClr val="C6CEDA"/>
                </a:solidFill>
                <a:latin typeface="Noto Sans KR" pitchFamily="34" charset="0"/>
                <a:ea typeface="Noto Sans KR" pitchFamily="34" charset="-122"/>
                <a:cs typeface="Noto Sans KR" pitchFamily="34" charset="-120"/>
              </a:rPr>
              <a:t>24개 항목의 답을 JSON 하나로 받는다</a:t>
            </a:r>
            <a:endParaRPr lang="en-US" sz="1800" dirty="0"/>
          </a:p>
        </p:txBody>
      </p:sp>
      <p:sp>
        <p:nvSpPr>
          <p:cNvPr id="20" name="Shape 18"/>
          <p:cNvSpPr/>
          <p:nvPr/>
        </p:nvSpPr>
        <p:spPr>
          <a:xfrm>
            <a:off x="14135100" y="2420094"/>
            <a:ext cx="3124200" cy="2375297"/>
          </a:xfrm>
          <a:prstGeom prst="roundRect">
            <a:avLst>
              <a:gd name="adj" fmla="val 2406"/>
            </a:avLst>
          </a:prstGeom>
          <a:solidFill>
            <a:srgbClr val="1E2B3B"/>
          </a:solidFill>
          <a:ln w="9525">
            <a:solidFill>
              <a:srgbClr val="33404F"/>
            </a:solidFill>
            <a:prstDash val="solid"/>
          </a:ln>
        </p:spPr>
      </p:sp>
      <p:sp>
        <p:nvSpPr>
          <p:cNvPr id="21" name="Text 19"/>
          <p:cNvSpPr/>
          <p:nvPr/>
        </p:nvSpPr>
        <p:spPr>
          <a:xfrm>
            <a:off x="14354175" y="2658219"/>
            <a:ext cx="2954655"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6FC3B2"/>
                </a:solidFill>
                <a:latin typeface="Noto Sans KR" pitchFamily="34" charset="0"/>
                <a:ea typeface="Noto Sans KR" pitchFamily="34" charset="-122"/>
                <a:cs typeface="Noto Sans KR" pitchFamily="34" charset="-120"/>
              </a:rPr>
              <a:t>5</a:t>
            </a:r>
            <a:endParaRPr lang="en-US" sz="1800" dirty="0"/>
          </a:p>
        </p:txBody>
      </p:sp>
      <p:sp>
        <p:nvSpPr>
          <p:cNvPr id="22" name="Text 20"/>
          <p:cNvSpPr/>
          <p:nvPr/>
        </p:nvSpPr>
        <p:spPr>
          <a:xfrm>
            <a:off x="14354175" y="3096369"/>
            <a:ext cx="2954655" cy="384721"/>
          </a:xfrm>
          <a:prstGeom prst="rect">
            <a:avLst/>
          </a:prstGeom>
          <a:noFill/>
          <a:ln/>
        </p:spPr>
        <p:txBody>
          <a:bodyPr wrap="square" lIns="25400" tIns="25400" rIns="25400" bIns="25400" rtlCol="0" anchor="t">
            <a:normAutofit/>
          </a:bodyPr>
          <a:lstStyle/>
          <a:p>
            <a:pPr algn="l" indent="0" marL="0">
              <a:lnSpc>
                <a:spcPct val="91000"/>
              </a:lnSpc>
              <a:buNone/>
            </a:pPr>
            <a:r>
              <a:rPr lang="en-US" sz="2100" b="1" dirty="0">
                <a:solidFill>
                  <a:srgbClr val="F6F4EF"/>
                </a:solidFill>
                <a:latin typeface="Noto Sans KR" pitchFamily="34" charset="0"/>
                <a:ea typeface="Noto Sans KR" pitchFamily="34" charset="-122"/>
                <a:cs typeface="Noto Sans KR" pitchFamily="34" charset="-120"/>
              </a:rPr>
              <a:t>검사하고 CSV에 쓰기</a:t>
            </a:r>
            <a:endParaRPr lang="en-US" sz="2100" dirty="0"/>
          </a:p>
        </p:txBody>
      </p:sp>
      <p:sp>
        <p:nvSpPr>
          <p:cNvPr id="23" name="Text 21"/>
          <p:cNvSpPr/>
          <p:nvPr/>
        </p:nvSpPr>
        <p:spPr>
          <a:xfrm>
            <a:off x="14354175" y="3547765"/>
            <a:ext cx="2766632" cy="700980"/>
          </a:xfrm>
          <a:prstGeom prst="rect">
            <a:avLst/>
          </a:prstGeom>
          <a:noFill/>
          <a:ln/>
        </p:spPr>
        <p:txBody>
          <a:bodyPr wrap="square" lIns="25400" tIns="25400" rIns="25400" bIns="25400" rtlCol="0" anchor="t">
            <a:normAutofit/>
          </a:bodyPr>
          <a:lstStyle/>
          <a:p>
            <a:pPr algn="l" indent="0" marL="0">
              <a:lnSpc>
                <a:spcPct val="99429"/>
              </a:lnSpc>
              <a:buNone/>
            </a:pPr>
            <a:r>
              <a:rPr lang="en-US" sz="1800" dirty="0">
                <a:solidFill>
                  <a:srgbClr val="C6CEDA"/>
                </a:solidFill>
                <a:latin typeface="Noto Sans KR" pitchFamily="34" charset="0"/>
                <a:ea typeface="Noto Sans KR" pitchFamily="34" charset="-122"/>
                <a:cs typeface="Noto Sans KR" pitchFamily="34" charset="-120"/>
              </a:rPr>
              <a:t>형식·근거를 대조해 무효를 막는다</a:t>
            </a:r>
            <a:endParaRPr lang="en-US" sz="1800" dirty="0"/>
          </a:p>
        </p:txBody>
      </p:sp>
      <p:sp>
        <p:nvSpPr>
          <p:cNvPr id="24" name="Text 22"/>
          <p:cNvSpPr/>
          <p:nvPr/>
        </p:nvSpPr>
        <p:spPr>
          <a:xfrm>
            <a:off x="1238250" y="5328791"/>
            <a:ext cx="2798826" cy="371475"/>
          </a:xfrm>
          <a:prstGeom prst="rect">
            <a:avLst/>
          </a:prstGeom>
          <a:noFill/>
          <a:ln/>
        </p:spPr>
        <p:txBody>
          <a:bodyPr wrap="square" lIns="25400" tIns="25400" rIns="25400" bIns="25400" rtlCol="0" anchor="t">
            <a:normAutofit/>
          </a:bodyPr>
          <a:lstStyle/>
          <a:p>
            <a:pPr algn="l" indent="0" marL="0">
              <a:lnSpc>
                <a:spcPct val="97222"/>
              </a:lnSpc>
              <a:buNone/>
            </a:pPr>
            <a:r>
              <a:rPr lang="en-US" sz="1875" dirty="0">
                <a:solidFill>
                  <a:srgbClr val="8FA0B1"/>
                </a:solidFill>
                <a:latin typeface="Noto Sans KR" pitchFamily="34" charset="0"/>
                <a:ea typeface="Noto Sans KR" pitchFamily="34" charset="-122"/>
                <a:cs typeface="Noto Sans KR" pitchFamily="34" charset="-120"/>
              </a:rPr>
              <a:t>데이터 구조 ②</a:t>
            </a:r>
            <a:endParaRPr lang="en-US" sz="1875" dirty="0"/>
          </a:p>
        </p:txBody>
      </p:sp>
      <p:sp>
        <p:nvSpPr>
          <p:cNvPr id="25" name="Text 23"/>
          <p:cNvSpPr/>
          <p:nvPr/>
        </p:nvSpPr>
        <p:spPr>
          <a:xfrm>
            <a:off x="4514850" y="5328791"/>
            <a:ext cx="2798826" cy="371475"/>
          </a:xfrm>
          <a:prstGeom prst="rect">
            <a:avLst/>
          </a:prstGeom>
          <a:noFill/>
          <a:ln/>
        </p:spPr>
        <p:txBody>
          <a:bodyPr wrap="square" lIns="25400" tIns="25400" rIns="25400" bIns="25400" rtlCol="0" anchor="t">
            <a:normAutofit/>
          </a:bodyPr>
          <a:lstStyle/>
          <a:p>
            <a:pPr algn="l" indent="0" marL="0">
              <a:lnSpc>
                <a:spcPct val="97222"/>
              </a:lnSpc>
              <a:buNone/>
            </a:pPr>
            <a:r>
              <a:rPr lang="en-US" sz="1875" b="1" dirty="0">
                <a:solidFill>
                  <a:srgbClr val="6FC3B2"/>
                </a:solidFill>
                <a:latin typeface="Noto Sans KR" pitchFamily="34" charset="0"/>
                <a:ea typeface="Noto Sans KR" pitchFamily="34" charset="-122"/>
                <a:cs typeface="Noto Sans KR" pitchFamily="34" charset="-120"/>
              </a:rPr>
              <a:t>토큰·컨텍스트 길이 ④</a:t>
            </a:r>
            <a:endParaRPr lang="en-US" sz="1875" dirty="0"/>
          </a:p>
        </p:txBody>
      </p:sp>
      <p:sp>
        <p:nvSpPr>
          <p:cNvPr id="26" name="Text 24"/>
          <p:cNvSpPr/>
          <p:nvPr/>
        </p:nvSpPr>
        <p:spPr>
          <a:xfrm>
            <a:off x="7791450" y="5328791"/>
            <a:ext cx="2798826" cy="371475"/>
          </a:xfrm>
          <a:prstGeom prst="rect">
            <a:avLst/>
          </a:prstGeom>
          <a:noFill/>
          <a:ln/>
        </p:spPr>
        <p:txBody>
          <a:bodyPr wrap="square" lIns="25400" tIns="25400" rIns="25400" bIns="25400" rtlCol="0" anchor="t">
            <a:normAutofit/>
          </a:bodyPr>
          <a:lstStyle/>
          <a:p>
            <a:pPr algn="l" indent="0" marL="0">
              <a:lnSpc>
                <a:spcPct val="97222"/>
              </a:lnSpc>
              <a:buNone/>
            </a:pPr>
            <a:r>
              <a:rPr lang="en-US" sz="1875" b="1" dirty="0">
                <a:solidFill>
                  <a:srgbClr val="6FC3B2"/>
                </a:solidFill>
                <a:latin typeface="Noto Sans KR" pitchFamily="34" charset="0"/>
                <a:ea typeface="Noto Sans KR" pitchFamily="34" charset="-122"/>
                <a:cs typeface="Noto Sans KR" pitchFamily="34" charset="-120"/>
              </a:rPr>
              <a:t>검색·RAG ⑥</a:t>
            </a:r>
            <a:endParaRPr lang="en-US" sz="1875" dirty="0"/>
          </a:p>
        </p:txBody>
      </p:sp>
      <p:sp>
        <p:nvSpPr>
          <p:cNvPr id="27" name="Text 25"/>
          <p:cNvSpPr/>
          <p:nvPr/>
        </p:nvSpPr>
        <p:spPr>
          <a:xfrm>
            <a:off x="11068050" y="5328791"/>
            <a:ext cx="2798826" cy="371475"/>
          </a:xfrm>
          <a:prstGeom prst="rect">
            <a:avLst/>
          </a:prstGeom>
          <a:noFill/>
          <a:ln/>
        </p:spPr>
        <p:txBody>
          <a:bodyPr wrap="square" lIns="25400" tIns="25400" rIns="25400" bIns="25400" rtlCol="0" anchor="t">
            <a:normAutofit/>
          </a:bodyPr>
          <a:lstStyle/>
          <a:p>
            <a:pPr algn="l" indent="0" marL="0">
              <a:lnSpc>
                <a:spcPct val="97222"/>
              </a:lnSpc>
              <a:buNone/>
            </a:pPr>
            <a:r>
              <a:rPr lang="en-US" sz="1875" b="1" dirty="0">
                <a:solidFill>
                  <a:srgbClr val="6FC3B2"/>
                </a:solidFill>
                <a:latin typeface="Noto Sans KR" pitchFamily="34" charset="0"/>
                <a:ea typeface="Noto Sans KR" pitchFamily="34" charset="-122"/>
                <a:cs typeface="Noto Sans KR" pitchFamily="34" charset="-120"/>
              </a:rPr>
              <a:t>프롬프트·제약 디코딩 ⑤</a:t>
            </a:r>
            <a:endParaRPr lang="en-US" sz="1875" dirty="0"/>
          </a:p>
        </p:txBody>
      </p:sp>
      <p:sp>
        <p:nvSpPr>
          <p:cNvPr id="28" name="Text 26"/>
          <p:cNvSpPr/>
          <p:nvPr/>
        </p:nvSpPr>
        <p:spPr>
          <a:xfrm>
            <a:off x="14344650" y="5328791"/>
            <a:ext cx="2798826" cy="371475"/>
          </a:xfrm>
          <a:prstGeom prst="rect">
            <a:avLst/>
          </a:prstGeom>
          <a:noFill/>
          <a:ln/>
        </p:spPr>
        <p:txBody>
          <a:bodyPr wrap="square" lIns="25400" tIns="25400" rIns="25400" bIns="25400" rtlCol="0" anchor="t">
            <a:normAutofit/>
          </a:bodyPr>
          <a:lstStyle/>
          <a:p>
            <a:pPr algn="l" indent="0" marL="0">
              <a:lnSpc>
                <a:spcPct val="97222"/>
              </a:lnSpc>
              <a:buNone/>
            </a:pPr>
            <a:r>
              <a:rPr lang="en-US" sz="1875" dirty="0">
                <a:solidFill>
                  <a:srgbClr val="8FA0B1"/>
                </a:solidFill>
                <a:latin typeface="Noto Sans KR" pitchFamily="34" charset="0"/>
                <a:ea typeface="Noto Sans KR" pitchFamily="34" charset="-122"/>
                <a:cs typeface="Noto Sans KR" pitchFamily="34" charset="-120"/>
              </a:rPr>
              <a:t>제출 형식 ①</a:t>
            </a:r>
            <a:endParaRPr lang="en-US" sz="1875" dirty="0"/>
          </a:p>
        </p:txBody>
      </p:sp>
      <p:sp>
        <p:nvSpPr>
          <p:cNvPr id="29" name="Shape 27"/>
          <p:cNvSpPr/>
          <p:nvPr/>
        </p:nvSpPr>
        <p:spPr>
          <a:xfrm>
            <a:off x="1028700" y="6195566"/>
            <a:ext cx="16230600" cy="833438"/>
          </a:xfrm>
          <a:prstGeom prst="roundRect">
            <a:avLst>
              <a:gd name="adj" fmla="val 4571"/>
            </a:avLst>
          </a:prstGeom>
          <a:solidFill>
            <a:srgbClr val="1E2B3B"/>
          </a:solidFill>
          <a:ln/>
        </p:spPr>
      </p:sp>
      <p:sp>
        <p:nvSpPr>
          <p:cNvPr id="30" name="Shape 28"/>
          <p:cNvSpPr/>
          <p:nvPr/>
        </p:nvSpPr>
        <p:spPr>
          <a:xfrm>
            <a:off x="1028700" y="6195566"/>
            <a:ext cx="38100" cy="833438"/>
          </a:xfrm>
          <a:prstGeom prst="rect">
            <a:avLst/>
          </a:prstGeom>
          <a:solidFill>
            <a:srgbClr val="6FC3B2"/>
          </a:solidFill>
          <a:ln/>
        </p:spPr>
      </p:sp>
      <p:sp>
        <p:nvSpPr>
          <p:cNvPr id="31" name="Text 29"/>
          <p:cNvSpPr/>
          <p:nvPr/>
        </p:nvSpPr>
        <p:spPr>
          <a:xfrm>
            <a:off x="1333500" y="6405116"/>
            <a:ext cx="16146018" cy="452438"/>
          </a:xfrm>
          <a:prstGeom prst="rect">
            <a:avLst/>
          </a:prstGeom>
          <a:noFill/>
          <a:ln/>
        </p:spPr>
        <p:txBody>
          <a:bodyPr wrap="square" lIns="25400" tIns="25400" rIns="25400" bIns="25400" rtlCol="0" anchor="t">
            <a:normAutofit/>
          </a:bodyPr>
          <a:lstStyle/>
          <a:p>
            <a:pPr algn="l" indent="0" marL="0">
              <a:lnSpc>
                <a:spcPct val="98864"/>
              </a:lnSpc>
              <a:buNone/>
            </a:pPr>
            <a:r>
              <a:rPr lang="en-US" sz="2250" b="1" dirty="0">
                <a:solidFill>
                  <a:srgbClr val="F6F4EF"/>
                </a:solidFill>
                <a:latin typeface="Noto Sans KR" pitchFamily="34" charset="0"/>
                <a:ea typeface="Noto Sans KR" pitchFamily="34" charset="-122"/>
                <a:cs typeface="Noto Sans KR" pitchFamily="34" charset="-120"/>
              </a:rPr>
              <a:t>오늘 하나만 기억한다면 — 모델 호출은 공고당 단 한 번이고, 그 한 번에 무엇을 넣을지가 우리 일의 전부다</a:t>
            </a:r>
            <a:endParaRPr lang="en-US" sz="2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1028700" y="838200"/>
            <a:ext cx="17853660" cy="390525"/>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0F6B5E"/>
                </a:solidFill>
                <a:latin typeface="Noto Sans KR" pitchFamily="34" charset="0"/>
                <a:ea typeface="Noto Sans KR" pitchFamily="34" charset="-122"/>
                <a:cs typeface="Noto Sans KR" pitchFamily="34" charset="-120"/>
              </a:rPr>
              <a:t>① 규칙 — 왜 배울 범위가 좁아지는가</a:t>
            </a:r>
            <a:endParaRPr lang="en-US" sz="1950" dirty="0"/>
          </a:p>
        </p:txBody>
      </p:sp>
      <p:sp>
        <p:nvSpPr>
          <p:cNvPr id="3" name="Text 1"/>
          <p:cNvSpPr/>
          <p:nvPr/>
        </p:nvSpPr>
        <p:spPr>
          <a:xfrm>
            <a:off x="1028700" y="1343025"/>
            <a:ext cx="16973550" cy="734169"/>
          </a:xfrm>
          <a:prstGeom prst="rect">
            <a:avLst/>
          </a:prstGeom>
          <a:noFill/>
          <a:ln/>
        </p:spPr>
        <p:txBody>
          <a:bodyPr wrap="square" lIns="25400" tIns="25400" rIns="25400" bIns="25400" rtlCol="0" anchor="t">
            <a:normAutofit/>
          </a:bodyPr>
          <a:lstStyle/>
          <a:p>
            <a:pPr algn="l" indent="0" marL="0">
              <a:lnSpc>
                <a:spcPct val="87000"/>
              </a:lnSpc>
              <a:buNone/>
            </a:pPr>
            <a:r>
              <a:rPr lang="en-US" sz="4350" b="1" spc="-43" kern="0" dirty="0">
                <a:solidFill>
                  <a:srgbClr val="16202E"/>
                </a:solidFill>
                <a:latin typeface="Noto Sans KR" pitchFamily="34" charset="0"/>
                <a:ea typeface="Noto Sans KR" pitchFamily="34" charset="-122"/>
                <a:cs typeface="Noto Sans KR" pitchFamily="34" charset="-120"/>
              </a:rPr>
              <a:t>네 가지 금지가 우리 기술 선택을 거의 다 결정한다</a:t>
            </a:r>
            <a:endParaRPr lang="en-US" sz="4350" dirty="0"/>
          </a:p>
        </p:txBody>
      </p:sp>
      <p:sp>
        <p:nvSpPr>
          <p:cNvPr id="4" name="Shape 2"/>
          <p:cNvSpPr/>
          <p:nvPr/>
        </p:nvSpPr>
        <p:spPr>
          <a:xfrm>
            <a:off x="1028700" y="2401044"/>
            <a:ext cx="8836968" cy="1183779"/>
          </a:xfrm>
          <a:prstGeom prst="roundRect">
            <a:avLst>
              <a:gd name="adj" fmla="val 4828"/>
            </a:avLst>
          </a:prstGeom>
          <a:solidFill>
            <a:srgbClr val="FFFFFF"/>
          </a:solidFill>
          <a:ln w="9525">
            <a:solidFill>
              <a:srgbClr val="E3DED3"/>
            </a:solidFill>
            <a:prstDash val="solid"/>
          </a:ln>
        </p:spPr>
      </p:sp>
      <p:sp>
        <p:nvSpPr>
          <p:cNvPr id="5" name="Text 3"/>
          <p:cNvSpPr/>
          <p:nvPr/>
        </p:nvSpPr>
        <p:spPr>
          <a:xfrm>
            <a:off x="1304925" y="2620119"/>
            <a:ext cx="2409825" cy="409575"/>
          </a:xfrm>
          <a:prstGeom prst="rect">
            <a:avLst/>
          </a:prstGeom>
          <a:noFill/>
          <a:ln/>
        </p:spPr>
        <p:txBody>
          <a:bodyPr wrap="square" lIns="25400" tIns="25400" rIns="25400" bIns="25400" rtlCol="0" anchor="t">
            <a:normAutofit/>
          </a:bodyPr>
          <a:lstStyle/>
          <a:p>
            <a:pPr algn="l" indent="0" marL="0">
              <a:buNone/>
            </a:pPr>
            <a:r>
              <a:rPr lang="en-US" sz="2025" b="1" dirty="0">
                <a:solidFill>
                  <a:srgbClr val="0F6B5E"/>
                </a:solidFill>
                <a:latin typeface="Noto Sans KR" pitchFamily="34" charset="0"/>
                <a:ea typeface="Noto Sans KR" pitchFamily="34" charset="-122"/>
                <a:cs typeface="Noto Sans KR" pitchFamily="34" charset="-120"/>
              </a:rPr>
              <a:t>모델 고정</a:t>
            </a:r>
            <a:endParaRPr lang="en-US" sz="2025" dirty="0"/>
          </a:p>
        </p:txBody>
      </p:sp>
      <p:sp>
        <p:nvSpPr>
          <p:cNvPr id="6" name="Text 4"/>
          <p:cNvSpPr/>
          <p:nvPr/>
        </p:nvSpPr>
        <p:spPr>
          <a:xfrm>
            <a:off x="3705225" y="2620119"/>
            <a:ext cx="6060744" cy="783729"/>
          </a:xfrm>
          <a:prstGeom prst="rect">
            <a:avLst/>
          </a:prstGeom>
          <a:noFill/>
          <a:ln/>
        </p:spPr>
        <p:txBody>
          <a:bodyPr wrap="square" lIns="25400" tIns="25400" rIns="25400" bIns="25400" rtlCol="0" anchor="t">
            <a:normAutofit/>
          </a:bodyPr>
          <a:lstStyle/>
          <a:p>
            <a:pPr algn="l" indent="0" marL="0">
              <a:lnSpc>
                <a:spcPct val="100385"/>
              </a:lnSpc>
              <a:buNone/>
            </a:pPr>
            <a:r>
              <a:rPr lang="en-US" sz="2025" dirty="0">
                <a:solidFill>
                  <a:srgbClr val="3C4654"/>
                </a:solidFill>
                <a:latin typeface="Noto Sans KR" pitchFamily="34" charset="0"/>
                <a:ea typeface="Noto Sans KR" pitchFamily="34" charset="-122"/>
                <a:cs typeface="Noto Sans KR" pitchFamily="34" charset="-120"/>
              </a:rPr>
              <a:t>모델을 바꾸거나 학습시킬 수 없다 → 실력 차이는 </a:t>
            </a:r>
            <a:pPr algn="l" indent="0" marL="0">
              <a:lnSpc>
                <a:spcPct val="100385"/>
              </a:lnSpc>
              <a:buNone/>
            </a:pPr>
            <a:r>
              <a:rPr lang="en-US" sz="2025" b="1" dirty="0">
                <a:solidFill>
                  <a:srgbClr val="16202E"/>
                </a:solidFill>
                <a:latin typeface="Noto Sans KR" pitchFamily="34" charset="0"/>
                <a:ea typeface="Noto Sans KR" pitchFamily="34" charset="-122"/>
                <a:cs typeface="Noto Sans KR" pitchFamily="34" charset="-120"/>
              </a:rPr>
              <a:t>모델에게 무엇을 보여주는가</a:t>
            </a:r>
            <a:pPr algn="l" indent="0" marL="0">
              <a:lnSpc>
                <a:spcPct val="100385"/>
              </a:lnSpc>
              <a:buNone/>
            </a:pPr>
            <a:r>
              <a:rPr lang="en-US" sz="2025" dirty="0">
                <a:solidFill>
                  <a:srgbClr val="3C4654"/>
                </a:solidFill>
                <a:latin typeface="Noto Sans KR" pitchFamily="34" charset="0"/>
                <a:ea typeface="Noto Sans KR" pitchFamily="34" charset="-122"/>
                <a:cs typeface="Noto Sans KR" pitchFamily="34" charset="-120"/>
              </a:rPr>
              <a:t>에서 난다</a:t>
            </a:r>
            <a:endParaRPr lang="en-US" sz="2025" dirty="0"/>
          </a:p>
        </p:txBody>
      </p:sp>
      <p:sp>
        <p:nvSpPr>
          <p:cNvPr id="7" name="Shape 5"/>
          <p:cNvSpPr/>
          <p:nvPr/>
        </p:nvSpPr>
        <p:spPr>
          <a:xfrm>
            <a:off x="1028700" y="3718173"/>
            <a:ext cx="8836968" cy="1183779"/>
          </a:xfrm>
          <a:prstGeom prst="roundRect">
            <a:avLst>
              <a:gd name="adj" fmla="val 4828"/>
            </a:avLst>
          </a:prstGeom>
          <a:solidFill>
            <a:srgbClr val="FFFFFF"/>
          </a:solidFill>
          <a:ln w="9525">
            <a:solidFill>
              <a:srgbClr val="E3DED3"/>
            </a:solidFill>
            <a:prstDash val="solid"/>
          </a:ln>
        </p:spPr>
      </p:sp>
      <p:sp>
        <p:nvSpPr>
          <p:cNvPr id="8" name="Text 6"/>
          <p:cNvSpPr/>
          <p:nvPr/>
        </p:nvSpPr>
        <p:spPr>
          <a:xfrm>
            <a:off x="1304925" y="3937248"/>
            <a:ext cx="2409825" cy="409575"/>
          </a:xfrm>
          <a:prstGeom prst="rect">
            <a:avLst/>
          </a:prstGeom>
          <a:noFill/>
          <a:ln/>
        </p:spPr>
        <p:txBody>
          <a:bodyPr wrap="square" lIns="25400" tIns="25400" rIns="25400" bIns="25400" rtlCol="0" anchor="t">
            <a:normAutofit/>
          </a:bodyPr>
          <a:lstStyle/>
          <a:p>
            <a:pPr algn="l" indent="0" marL="0">
              <a:buNone/>
            </a:pPr>
            <a:r>
              <a:rPr lang="en-US" sz="2025" b="1" dirty="0">
                <a:solidFill>
                  <a:srgbClr val="0F6B5E"/>
                </a:solidFill>
                <a:latin typeface="Noto Sans KR" pitchFamily="34" charset="0"/>
                <a:ea typeface="Noto Sans KR" pitchFamily="34" charset="-122"/>
                <a:cs typeface="Noto Sans KR" pitchFamily="34" charset="-120"/>
              </a:rPr>
              <a:t>자료 추가 금지</a:t>
            </a:r>
            <a:endParaRPr lang="en-US" sz="2025" dirty="0"/>
          </a:p>
        </p:txBody>
      </p:sp>
      <p:sp>
        <p:nvSpPr>
          <p:cNvPr id="9" name="Text 7"/>
          <p:cNvSpPr/>
          <p:nvPr/>
        </p:nvSpPr>
        <p:spPr>
          <a:xfrm>
            <a:off x="3705225" y="3937248"/>
            <a:ext cx="6060744" cy="783729"/>
          </a:xfrm>
          <a:prstGeom prst="rect">
            <a:avLst/>
          </a:prstGeom>
          <a:noFill/>
          <a:ln/>
        </p:spPr>
        <p:txBody>
          <a:bodyPr wrap="square" lIns="25400" tIns="25400" rIns="25400" bIns="25400" rtlCol="0" anchor="t">
            <a:normAutofit/>
          </a:bodyPr>
          <a:lstStyle/>
          <a:p>
            <a:pPr algn="l" indent="0" marL="0">
              <a:lnSpc>
                <a:spcPct val="100385"/>
              </a:lnSpc>
              <a:buNone/>
            </a:pPr>
            <a:r>
              <a:rPr lang="en-US" sz="2025" dirty="0">
                <a:solidFill>
                  <a:srgbClr val="3C4654"/>
                </a:solidFill>
                <a:latin typeface="Noto Sans KR" pitchFamily="34" charset="0"/>
                <a:ea typeface="Noto Sans KR" pitchFamily="34" charset="-122"/>
                <a:cs typeface="Noto Sans KR" pitchFamily="34" charset="-120"/>
              </a:rPr>
              <a:t>받은 자료가 전부다. 인터넷에서 법령·공고를 새로 가져오는 것도 금지</a:t>
            </a:r>
            <a:endParaRPr lang="en-US" sz="2025" dirty="0"/>
          </a:p>
        </p:txBody>
      </p:sp>
      <p:sp>
        <p:nvSpPr>
          <p:cNvPr id="10" name="Shape 8"/>
          <p:cNvSpPr/>
          <p:nvPr/>
        </p:nvSpPr>
        <p:spPr>
          <a:xfrm>
            <a:off x="1028700" y="5035302"/>
            <a:ext cx="8836968" cy="1183779"/>
          </a:xfrm>
          <a:prstGeom prst="roundRect">
            <a:avLst>
              <a:gd name="adj" fmla="val 4828"/>
            </a:avLst>
          </a:prstGeom>
          <a:solidFill>
            <a:srgbClr val="FFFFFF"/>
          </a:solidFill>
          <a:ln w="9525">
            <a:solidFill>
              <a:srgbClr val="E3DED3"/>
            </a:solidFill>
            <a:prstDash val="solid"/>
          </a:ln>
        </p:spPr>
      </p:sp>
      <p:sp>
        <p:nvSpPr>
          <p:cNvPr id="11" name="Text 9"/>
          <p:cNvSpPr/>
          <p:nvPr/>
        </p:nvSpPr>
        <p:spPr>
          <a:xfrm>
            <a:off x="1304925" y="5254377"/>
            <a:ext cx="2409825" cy="409575"/>
          </a:xfrm>
          <a:prstGeom prst="rect">
            <a:avLst/>
          </a:prstGeom>
          <a:noFill/>
          <a:ln/>
        </p:spPr>
        <p:txBody>
          <a:bodyPr wrap="square" lIns="25400" tIns="25400" rIns="25400" bIns="25400" rtlCol="0" anchor="t">
            <a:normAutofit/>
          </a:bodyPr>
          <a:lstStyle/>
          <a:p>
            <a:pPr algn="l" indent="0" marL="0">
              <a:buNone/>
            </a:pPr>
            <a:r>
              <a:rPr lang="en-US" sz="2025" b="1" dirty="0">
                <a:solidFill>
                  <a:srgbClr val="0F6B5E"/>
                </a:solidFill>
                <a:latin typeface="Noto Sans KR" pitchFamily="34" charset="0"/>
                <a:ea typeface="Noto Sans KR" pitchFamily="34" charset="-122"/>
                <a:cs typeface="Noto Sans KR" pitchFamily="34" charset="-120"/>
              </a:rPr>
              <a:t>서버는 인터넷 차단</a:t>
            </a:r>
            <a:endParaRPr lang="en-US" sz="2025" dirty="0"/>
          </a:p>
        </p:txBody>
      </p:sp>
      <p:sp>
        <p:nvSpPr>
          <p:cNvPr id="12" name="Text 10"/>
          <p:cNvSpPr/>
          <p:nvPr/>
        </p:nvSpPr>
        <p:spPr>
          <a:xfrm>
            <a:off x="3705225" y="5254377"/>
            <a:ext cx="6060744" cy="783729"/>
          </a:xfrm>
          <a:prstGeom prst="rect">
            <a:avLst/>
          </a:prstGeom>
          <a:noFill/>
          <a:ln/>
        </p:spPr>
        <p:txBody>
          <a:bodyPr wrap="square" lIns="25400" tIns="25400" rIns="25400" bIns="25400" rtlCol="0" anchor="t">
            <a:normAutofit/>
          </a:bodyPr>
          <a:lstStyle/>
          <a:p>
            <a:pPr algn="l" indent="0" marL="0">
              <a:lnSpc>
                <a:spcPct val="100385"/>
              </a:lnSpc>
              <a:buNone/>
            </a:pPr>
            <a:r>
              <a:rPr lang="en-US" sz="2025" dirty="0">
                <a:solidFill>
                  <a:srgbClr val="3C4654"/>
                </a:solidFill>
                <a:latin typeface="Noto Sans KR" pitchFamily="34" charset="0"/>
                <a:ea typeface="Noto Sans KR" pitchFamily="34" charset="-122"/>
                <a:cs typeface="Noto Sans KR" pitchFamily="34" charset="-120"/>
              </a:rPr>
              <a:t>제출 코드가 외부 API를 부르면 실패한다. 모델·임베딩도 서버 안 경로에서만 불러온다</a:t>
            </a:r>
            <a:endParaRPr lang="en-US" sz="2025" dirty="0"/>
          </a:p>
        </p:txBody>
      </p:sp>
      <p:sp>
        <p:nvSpPr>
          <p:cNvPr id="13" name="Shape 11"/>
          <p:cNvSpPr/>
          <p:nvPr/>
        </p:nvSpPr>
        <p:spPr>
          <a:xfrm>
            <a:off x="1028700" y="6352431"/>
            <a:ext cx="8836968" cy="1183779"/>
          </a:xfrm>
          <a:prstGeom prst="roundRect">
            <a:avLst>
              <a:gd name="adj" fmla="val 4828"/>
            </a:avLst>
          </a:prstGeom>
          <a:solidFill>
            <a:srgbClr val="FFFFFF"/>
          </a:solidFill>
          <a:ln w="9525">
            <a:solidFill>
              <a:srgbClr val="E3DED3"/>
            </a:solidFill>
            <a:prstDash val="solid"/>
          </a:ln>
        </p:spPr>
      </p:sp>
      <p:sp>
        <p:nvSpPr>
          <p:cNvPr id="14" name="Text 12"/>
          <p:cNvSpPr/>
          <p:nvPr/>
        </p:nvSpPr>
        <p:spPr>
          <a:xfrm>
            <a:off x="1304925" y="6571506"/>
            <a:ext cx="2409825" cy="409575"/>
          </a:xfrm>
          <a:prstGeom prst="rect">
            <a:avLst/>
          </a:prstGeom>
          <a:noFill/>
          <a:ln/>
        </p:spPr>
        <p:txBody>
          <a:bodyPr wrap="square" lIns="25400" tIns="25400" rIns="25400" bIns="25400" rtlCol="0" anchor="t">
            <a:normAutofit/>
          </a:bodyPr>
          <a:lstStyle/>
          <a:p>
            <a:pPr algn="l" indent="0" marL="0">
              <a:buNone/>
            </a:pPr>
            <a:r>
              <a:rPr lang="en-US" sz="2025" b="1" dirty="0">
                <a:solidFill>
                  <a:srgbClr val="0F6B5E"/>
                </a:solidFill>
                <a:latin typeface="Noto Sans KR" pitchFamily="34" charset="0"/>
                <a:ea typeface="Noto Sans KR" pitchFamily="34" charset="-122"/>
                <a:cs typeface="Noto Sans KR" pitchFamily="34" charset="-120"/>
              </a:rPr>
              <a:t>하루 1회 · 2시간</a:t>
            </a:r>
            <a:endParaRPr lang="en-US" sz="2025" dirty="0"/>
          </a:p>
        </p:txBody>
      </p:sp>
      <p:sp>
        <p:nvSpPr>
          <p:cNvPr id="15" name="Text 13"/>
          <p:cNvSpPr/>
          <p:nvPr/>
        </p:nvSpPr>
        <p:spPr>
          <a:xfrm>
            <a:off x="3705225" y="6571506"/>
            <a:ext cx="6060744" cy="783729"/>
          </a:xfrm>
          <a:prstGeom prst="rect">
            <a:avLst/>
          </a:prstGeom>
          <a:noFill/>
          <a:ln/>
        </p:spPr>
        <p:txBody>
          <a:bodyPr wrap="square" lIns="25400" tIns="25400" rIns="25400" bIns="25400" rtlCol="0" anchor="t">
            <a:normAutofit/>
          </a:bodyPr>
          <a:lstStyle/>
          <a:p>
            <a:pPr algn="l" indent="0" marL="0">
              <a:lnSpc>
                <a:spcPct val="100385"/>
              </a:lnSpc>
              <a:buNone/>
            </a:pPr>
            <a:r>
              <a:rPr lang="en-US" sz="2025" dirty="0">
                <a:solidFill>
                  <a:srgbClr val="3C4654"/>
                </a:solidFill>
                <a:latin typeface="Noto Sans KR" pitchFamily="34" charset="0"/>
                <a:ea typeface="Noto Sans KR" pitchFamily="34" charset="-122"/>
                <a:cs typeface="Noto Sans KR" pitchFamily="34" charset="-120"/>
              </a:rPr>
              <a:t>실수 한 번이 하루다. 그래서 내 컴퓨터에서 먼저 확인하는 습관이 필요하다</a:t>
            </a:r>
            <a:endParaRPr lang="en-US" sz="2025" dirty="0"/>
          </a:p>
        </p:txBody>
      </p:sp>
      <p:sp>
        <p:nvSpPr>
          <p:cNvPr id="16" name="Shape 14"/>
          <p:cNvSpPr/>
          <p:nvPr/>
        </p:nvSpPr>
        <p:spPr>
          <a:xfrm>
            <a:off x="10189518" y="2401044"/>
            <a:ext cx="7069782" cy="5135166"/>
          </a:xfrm>
          <a:prstGeom prst="roundRect">
            <a:avLst>
              <a:gd name="adj" fmla="val 1113"/>
            </a:avLst>
          </a:prstGeom>
          <a:solidFill>
            <a:srgbClr val="16202E"/>
          </a:solidFill>
          <a:ln/>
        </p:spPr>
      </p:sp>
      <p:sp>
        <p:nvSpPr>
          <p:cNvPr id="17" name="Text 15"/>
          <p:cNvSpPr/>
          <p:nvPr/>
        </p:nvSpPr>
        <p:spPr>
          <a:xfrm>
            <a:off x="10494318" y="2667744"/>
            <a:ext cx="7106201"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6FC3B2"/>
                </a:solidFill>
                <a:latin typeface="Noto Sans KR" pitchFamily="34" charset="0"/>
                <a:ea typeface="Noto Sans KR" pitchFamily="34" charset="-122"/>
                <a:cs typeface="Noto Sans KR" pitchFamily="34" charset="-120"/>
              </a:rPr>
              <a:t>오늘 기술 선택의 상한선</a:t>
            </a:r>
            <a:endParaRPr lang="en-US" sz="1800" dirty="0"/>
          </a:p>
        </p:txBody>
      </p:sp>
      <p:sp>
        <p:nvSpPr>
          <p:cNvPr id="18" name="Shape 16"/>
          <p:cNvSpPr/>
          <p:nvPr/>
        </p:nvSpPr>
        <p:spPr>
          <a:xfrm>
            <a:off x="10494318" y="3734544"/>
            <a:ext cx="6460182" cy="9525"/>
          </a:xfrm>
          <a:prstGeom prst="rect">
            <a:avLst/>
          </a:prstGeom>
          <a:solidFill>
            <a:srgbClr val="33404F"/>
          </a:solidFill>
          <a:ln/>
        </p:spPr>
      </p:sp>
      <p:sp>
        <p:nvSpPr>
          <p:cNvPr id="19" name="Text 17"/>
          <p:cNvSpPr/>
          <p:nvPr/>
        </p:nvSpPr>
        <p:spPr>
          <a:xfrm>
            <a:off x="10494318" y="3239244"/>
            <a:ext cx="1329497" cy="390525"/>
          </a:xfrm>
          <a:prstGeom prst="rect">
            <a:avLst/>
          </a:prstGeom>
          <a:noFill/>
          <a:ln/>
        </p:spPr>
        <p:txBody>
          <a:bodyPr wrap="square" lIns="25400" tIns="25400" rIns="25400" bIns="25400" rtlCol="0" anchor="t">
            <a:normAutofit/>
          </a:bodyPr>
          <a:lstStyle/>
          <a:p>
            <a:pPr algn="l" indent="0" marL="0">
              <a:buNone/>
            </a:pPr>
            <a:r>
              <a:rPr lang="en-US" sz="1950" dirty="0">
                <a:solidFill>
                  <a:srgbClr val="C6CEDA"/>
                </a:solidFill>
                <a:latin typeface="Noto Sans KR" pitchFamily="34" charset="0"/>
                <a:ea typeface="Noto Sans KR" pitchFamily="34" charset="-122"/>
                <a:cs typeface="Noto Sans KR" pitchFamily="34" charset="-120"/>
              </a:rPr>
              <a:t>채점할 공고</a:t>
            </a:r>
            <a:endParaRPr lang="en-US" sz="1950" dirty="0"/>
          </a:p>
        </p:txBody>
      </p:sp>
      <p:sp>
        <p:nvSpPr>
          <p:cNvPr id="20" name="Text 18"/>
          <p:cNvSpPr/>
          <p:nvPr/>
        </p:nvSpPr>
        <p:spPr>
          <a:xfrm>
            <a:off x="15786646" y="3153519"/>
            <a:ext cx="1244054" cy="504825"/>
          </a:xfrm>
          <a:prstGeom prst="rect">
            <a:avLst/>
          </a:prstGeom>
          <a:noFill/>
          <a:ln/>
        </p:spPr>
        <p:txBody>
          <a:bodyPr wrap="square" lIns="25400" tIns="25400" rIns="25400" bIns="25400" rtlCol="0" anchor="t">
            <a:normAutofit/>
          </a:bodyPr>
          <a:lstStyle/>
          <a:p>
            <a:pPr algn="l" indent="0" marL="0">
              <a:buNone/>
            </a:pPr>
            <a:r>
              <a:rPr lang="en-US" sz="2550" b="1" dirty="0">
                <a:solidFill>
                  <a:srgbClr val="F6F4EF"/>
                </a:solidFill>
                <a:latin typeface="Noto Sans KR" pitchFamily="34" charset="0"/>
                <a:ea typeface="Noto Sans KR" pitchFamily="34" charset="-122"/>
                <a:cs typeface="Noto Sans KR" pitchFamily="34" charset="-120"/>
              </a:rPr>
              <a:t>1,853건</a:t>
            </a:r>
            <a:endParaRPr lang="en-US" sz="2550" dirty="0"/>
          </a:p>
        </p:txBody>
      </p:sp>
      <p:sp>
        <p:nvSpPr>
          <p:cNvPr id="21" name="Shape 19"/>
          <p:cNvSpPr/>
          <p:nvPr/>
        </p:nvSpPr>
        <p:spPr>
          <a:xfrm>
            <a:off x="10494318" y="4477494"/>
            <a:ext cx="6460182" cy="9525"/>
          </a:xfrm>
          <a:prstGeom prst="rect">
            <a:avLst/>
          </a:prstGeom>
          <a:solidFill>
            <a:srgbClr val="33404F"/>
          </a:solidFill>
          <a:ln/>
        </p:spPr>
      </p:sp>
      <p:sp>
        <p:nvSpPr>
          <p:cNvPr id="22" name="Text 20"/>
          <p:cNvSpPr/>
          <p:nvPr/>
        </p:nvSpPr>
        <p:spPr>
          <a:xfrm>
            <a:off x="10494318" y="3982194"/>
            <a:ext cx="1580138" cy="390525"/>
          </a:xfrm>
          <a:prstGeom prst="rect">
            <a:avLst/>
          </a:prstGeom>
          <a:noFill/>
          <a:ln/>
        </p:spPr>
        <p:txBody>
          <a:bodyPr wrap="square" lIns="25400" tIns="25400" rIns="25400" bIns="25400" rtlCol="0" anchor="t">
            <a:normAutofit/>
          </a:bodyPr>
          <a:lstStyle/>
          <a:p>
            <a:pPr algn="l" indent="0" marL="0">
              <a:buNone/>
            </a:pPr>
            <a:r>
              <a:rPr lang="en-US" sz="1950" dirty="0">
                <a:solidFill>
                  <a:srgbClr val="C6CEDA"/>
                </a:solidFill>
                <a:latin typeface="Noto Sans KR" pitchFamily="34" charset="0"/>
                <a:ea typeface="Noto Sans KR" pitchFamily="34" charset="-122"/>
                <a:cs typeface="Noto Sans KR" pitchFamily="34" charset="-120"/>
              </a:rPr>
              <a:t>허용 실행시간</a:t>
            </a:r>
            <a:endParaRPr lang="en-US" sz="1950" dirty="0"/>
          </a:p>
        </p:txBody>
      </p:sp>
      <p:sp>
        <p:nvSpPr>
          <p:cNvPr id="23" name="Text 21"/>
          <p:cNvSpPr/>
          <p:nvPr/>
        </p:nvSpPr>
        <p:spPr>
          <a:xfrm>
            <a:off x="16167497" y="3896469"/>
            <a:ext cx="863203" cy="504825"/>
          </a:xfrm>
          <a:prstGeom prst="rect">
            <a:avLst/>
          </a:prstGeom>
          <a:noFill/>
          <a:ln/>
        </p:spPr>
        <p:txBody>
          <a:bodyPr wrap="square" lIns="25400" tIns="25400" rIns="25400" bIns="25400" rtlCol="0" anchor="t">
            <a:normAutofit/>
          </a:bodyPr>
          <a:lstStyle/>
          <a:p>
            <a:pPr algn="l" indent="0" marL="0">
              <a:buNone/>
            </a:pPr>
            <a:r>
              <a:rPr lang="en-US" sz="2550" b="1" dirty="0">
                <a:solidFill>
                  <a:srgbClr val="F6F4EF"/>
                </a:solidFill>
                <a:latin typeface="Noto Sans KR" pitchFamily="34" charset="0"/>
                <a:ea typeface="Noto Sans KR" pitchFamily="34" charset="-122"/>
                <a:cs typeface="Noto Sans KR" pitchFamily="34" charset="-120"/>
              </a:rPr>
              <a:t>2시간</a:t>
            </a:r>
            <a:endParaRPr lang="en-US" sz="2550" dirty="0"/>
          </a:p>
        </p:txBody>
      </p:sp>
      <p:sp>
        <p:nvSpPr>
          <p:cNvPr id="24" name="Text 22"/>
          <p:cNvSpPr/>
          <p:nvPr/>
        </p:nvSpPr>
        <p:spPr>
          <a:xfrm>
            <a:off x="10494318" y="4725144"/>
            <a:ext cx="2310125" cy="390525"/>
          </a:xfrm>
          <a:prstGeom prst="rect">
            <a:avLst/>
          </a:prstGeom>
          <a:noFill/>
          <a:ln/>
        </p:spPr>
        <p:txBody>
          <a:bodyPr wrap="square" lIns="25400" tIns="25400" rIns="25400" bIns="25400" rtlCol="0" anchor="t">
            <a:normAutofit/>
          </a:bodyPr>
          <a:lstStyle/>
          <a:p>
            <a:pPr algn="l" indent="0" marL="0">
              <a:buNone/>
            </a:pPr>
            <a:r>
              <a:rPr lang="en-US" sz="1950" dirty="0">
                <a:solidFill>
                  <a:srgbClr val="C6CEDA"/>
                </a:solidFill>
                <a:latin typeface="Noto Sans KR" pitchFamily="34" charset="0"/>
                <a:ea typeface="Noto Sans KR" pitchFamily="34" charset="-122"/>
                <a:cs typeface="Noto Sans KR" pitchFamily="34" charset="-120"/>
              </a:rPr>
              <a:t>건당 쓸 수 있는 시간</a:t>
            </a:r>
            <a:endParaRPr lang="en-US" sz="1950" dirty="0"/>
          </a:p>
        </p:txBody>
      </p:sp>
      <p:sp>
        <p:nvSpPr>
          <p:cNvPr id="25" name="Text 23"/>
          <p:cNvSpPr/>
          <p:nvPr/>
        </p:nvSpPr>
        <p:spPr>
          <a:xfrm>
            <a:off x="16076861" y="4639419"/>
            <a:ext cx="953839" cy="504825"/>
          </a:xfrm>
          <a:prstGeom prst="rect">
            <a:avLst/>
          </a:prstGeom>
          <a:noFill/>
          <a:ln/>
        </p:spPr>
        <p:txBody>
          <a:bodyPr wrap="square" lIns="25400" tIns="25400" rIns="25400" bIns="25400" rtlCol="0" anchor="t">
            <a:normAutofit/>
          </a:bodyPr>
          <a:lstStyle/>
          <a:p>
            <a:pPr algn="l" indent="0" marL="0">
              <a:buNone/>
            </a:pPr>
            <a:r>
              <a:rPr lang="en-US" sz="2550" b="1" dirty="0">
                <a:solidFill>
                  <a:srgbClr val="6FC3B2"/>
                </a:solidFill>
                <a:latin typeface="Noto Sans KR" pitchFamily="34" charset="0"/>
                <a:ea typeface="Noto Sans KR" pitchFamily="34" charset="-122"/>
                <a:cs typeface="Noto Sans KR" pitchFamily="34" charset="-120"/>
              </a:rPr>
              <a:t>약 4초</a:t>
            </a:r>
            <a:endParaRPr lang="en-US" sz="2550" dirty="0"/>
          </a:p>
        </p:txBody>
      </p:sp>
      <p:sp>
        <p:nvSpPr>
          <p:cNvPr id="26" name="Shape 24"/>
          <p:cNvSpPr/>
          <p:nvPr/>
        </p:nvSpPr>
        <p:spPr>
          <a:xfrm>
            <a:off x="10494318" y="5258544"/>
            <a:ext cx="6460182" cy="9525"/>
          </a:xfrm>
          <a:prstGeom prst="rect">
            <a:avLst/>
          </a:prstGeom>
          <a:solidFill>
            <a:srgbClr val="33404F"/>
          </a:solidFill>
          <a:ln/>
        </p:spPr>
      </p:sp>
      <p:sp>
        <p:nvSpPr>
          <p:cNvPr id="27" name="Text 25"/>
          <p:cNvSpPr/>
          <p:nvPr/>
        </p:nvSpPr>
        <p:spPr>
          <a:xfrm>
            <a:off x="10494318" y="5401419"/>
            <a:ext cx="6653988" cy="756047"/>
          </a:xfrm>
          <a:prstGeom prst="rect">
            <a:avLst/>
          </a:prstGeom>
          <a:noFill/>
          <a:ln/>
        </p:spPr>
        <p:txBody>
          <a:bodyPr wrap="square" lIns="25400" tIns="25400" rIns="25400" bIns="25400" rtlCol="0" anchor="t">
            <a:normAutofit/>
          </a:bodyPr>
          <a:lstStyle/>
          <a:p>
            <a:pPr algn="l" indent="0" marL="0">
              <a:lnSpc>
                <a:spcPct val="101892"/>
              </a:lnSpc>
              <a:buNone/>
            </a:pPr>
            <a:r>
              <a:rPr lang="en-US" sz="1950" dirty="0">
                <a:solidFill>
                  <a:srgbClr val="8FA0B1"/>
                </a:solidFill>
                <a:latin typeface="Noto Sans KR" pitchFamily="34" charset="0"/>
                <a:ea typeface="Noto Sans KR" pitchFamily="34" charset="-122"/>
                <a:cs typeface="Noto Sans KR" pitchFamily="34" charset="-120"/>
              </a:rPr>
              <a:t>오늘 배우는 어떤 기법도 이 4초를 넘기면 쓸 수 없다 — 계속 이 숫자로 돌아온다</a:t>
            </a:r>
            <a:endParaRPr lang="en-US" sz="1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1028700" y="838200"/>
            <a:ext cx="17853660" cy="390525"/>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0F6B5E"/>
                </a:solidFill>
                <a:latin typeface="Noto Sans KR" pitchFamily="34" charset="0"/>
                <a:ea typeface="Noto Sans KR" pitchFamily="34" charset="-122"/>
                <a:cs typeface="Noto Sans KR" pitchFamily="34" charset="-120"/>
              </a:rPr>
              <a:t>① 제출 형식</a:t>
            </a:r>
            <a:endParaRPr lang="en-US" sz="1950" dirty="0"/>
          </a:p>
        </p:txBody>
      </p:sp>
      <p:sp>
        <p:nvSpPr>
          <p:cNvPr id="3" name="Text 1"/>
          <p:cNvSpPr/>
          <p:nvPr/>
        </p:nvSpPr>
        <p:spPr>
          <a:xfrm>
            <a:off x="1028700" y="1343025"/>
            <a:ext cx="16973550" cy="734169"/>
          </a:xfrm>
          <a:prstGeom prst="rect">
            <a:avLst/>
          </a:prstGeom>
          <a:noFill/>
          <a:ln/>
        </p:spPr>
        <p:txBody>
          <a:bodyPr wrap="square" lIns="25400" tIns="25400" rIns="25400" bIns="25400" rtlCol="0" anchor="t">
            <a:normAutofit/>
          </a:bodyPr>
          <a:lstStyle/>
          <a:p>
            <a:pPr algn="l" indent="0" marL="0">
              <a:lnSpc>
                <a:spcPct val="87000"/>
              </a:lnSpc>
              <a:buNone/>
            </a:pPr>
            <a:r>
              <a:rPr lang="en-US" sz="4350" b="1" spc="-43" kern="0" dirty="0">
                <a:solidFill>
                  <a:srgbClr val="16202E"/>
                </a:solidFill>
                <a:latin typeface="Noto Sans KR" pitchFamily="34" charset="0"/>
                <a:ea typeface="Noto Sans KR" pitchFamily="34" charset="-122"/>
                <a:cs typeface="Noto Sans KR" pitchFamily="34" charset="-120"/>
              </a:rPr>
              <a:t>우리가 넘기는 건 표 한 장 — 49열 CSV</a:t>
            </a:r>
            <a:endParaRPr lang="en-US" sz="4350" dirty="0"/>
          </a:p>
        </p:txBody>
      </p:sp>
      <p:sp>
        <p:nvSpPr>
          <p:cNvPr id="4" name="Shape 2"/>
          <p:cNvSpPr/>
          <p:nvPr/>
        </p:nvSpPr>
        <p:spPr>
          <a:xfrm>
            <a:off x="1028700" y="2401044"/>
            <a:ext cx="7759303" cy="2562225"/>
          </a:xfrm>
          <a:prstGeom prst="roundRect">
            <a:avLst>
              <a:gd name="adj" fmla="val 2230"/>
            </a:avLst>
          </a:prstGeom>
          <a:solidFill>
            <a:srgbClr val="FFFFFF"/>
          </a:solidFill>
          <a:ln w="9525">
            <a:solidFill>
              <a:srgbClr val="E3DED3"/>
            </a:solidFill>
            <a:prstDash val="solid"/>
          </a:ln>
        </p:spPr>
      </p:sp>
      <p:sp>
        <p:nvSpPr>
          <p:cNvPr id="5" name="Text 3"/>
          <p:cNvSpPr/>
          <p:nvPr/>
        </p:nvSpPr>
        <p:spPr>
          <a:xfrm>
            <a:off x="1323975" y="2658219"/>
            <a:ext cx="7885628"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0F6B5E"/>
                </a:solidFill>
                <a:latin typeface="Noto Sans KR" pitchFamily="34" charset="0"/>
                <a:ea typeface="Noto Sans KR" pitchFamily="34" charset="-122"/>
                <a:cs typeface="Noto Sans KR" pitchFamily="34" charset="-120"/>
              </a:rPr>
              <a:t>열 구성</a:t>
            </a:r>
            <a:endParaRPr lang="en-US" sz="1800" dirty="0"/>
          </a:p>
        </p:txBody>
      </p:sp>
      <p:sp>
        <p:nvSpPr>
          <p:cNvPr id="6" name="Shape 4"/>
          <p:cNvSpPr/>
          <p:nvPr/>
        </p:nvSpPr>
        <p:spPr>
          <a:xfrm>
            <a:off x="1323975" y="3591669"/>
            <a:ext cx="7168753" cy="9525"/>
          </a:xfrm>
          <a:prstGeom prst="rect">
            <a:avLst/>
          </a:prstGeom>
          <a:solidFill>
            <a:srgbClr val="DCD7CC"/>
          </a:solidFill>
          <a:ln/>
        </p:spPr>
      </p:sp>
      <p:sp>
        <p:nvSpPr>
          <p:cNvPr id="7" name="Text 5"/>
          <p:cNvSpPr/>
          <p:nvPr/>
        </p:nvSpPr>
        <p:spPr>
          <a:xfrm>
            <a:off x="1323975" y="3115419"/>
            <a:ext cx="1362075" cy="409575"/>
          </a:xfrm>
          <a:prstGeom prst="rect">
            <a:avLst/>
          </a:prstGeom>
          <a:noFill/>
          <a:ln/>
        </p:spPr>
        <p:txBody>
          <a:bodyPr wrap="square" lIns="25400" tIns="25400" rIns="25400" bIns="25400" rtlCol="0" anchor="t">
            <a:normAutofit/>
          </a:bodyPr>
          <a:lstStyle/>
          <a:p>
            <a:pPr algn="l" indent="0" marL="0">
              <a:buNone/>
            </a:pPr>
            <a:r>
              <a:rPr lang="en-US" sz="2025" b="1" dirty="0">
                <a:solidFill>
                  <a:srgbClr val="16202E"/>
                </a:solidFill>
                <a:latin typeface="Noto Sans KR" pitchFamily="34" charset="0"/>
                <a:ea typeface="Noto Sans KR" pitchFamily="34" charset="-122"/>
                <a:cs typeface="Noto Sans KR" pitchFamily="34" charset="-120"/>
              </a:rPr>
              <a:t>id</a:t>
            </a:r>
            <a:endParaRPr lang="en-US" sz="2025" dirty="0"/>
          </a:p>
        </p:txBody>
      </p:sp>
      <p:sp>
        <p:nvSpPr>
          <p:cNvPr id="8" name="Text 6"/>
          <p:cNvSpPr/>
          <p:nvPr/>
        </p:nvSpPr>
        <p:spPr>
          <a:xfrm>
            <a:off x="2752725" y="3124944"/>
            <a:ext cx="1770698" cy="390525"/>
          </a:xfrm>
          <a:prstGeom prst="rect">
            <a:avLst/>
          </a:prstGeom>
          <a:noFill/>
          <a:ln/>
        </p:spPr>
        <p:txBody>
          <a:bodyPr wrap="square" lIns="25400" tIns="25400" rIns="25400" bIns="25400" rtlCol="0" anchor="t">
            <a:normAutofit/>
          </a:bodyPr>
          <a:lstStyle/>
          <a:p>
            <a:pPr algn="l" indent="0" marL="0">
              <a:buNone/>
            </a:pPr>
            <a:r>
              <a:rPr lang="en-US" sz="1950" dirty="0">
                <a:solidFill>
                  <a:srgbClr val="3C4654"/>
                </a:solidFill>
                <a:latin typeface="Noto Sans KR" pitchFamily="34" charset="0"/>
                <a:ea typeface="Noto Sans KR" pitchFamily="34" charset="-122"/>
                <a:cs typeface="Noto Sans KR" pitchFamily="34" charset="-120"/>
              </a:rPr>
              <a:t>공고 번호 · 1열</a:t>
            </a:r>
            <a:endParaRPr lang="en-US" sz="1950" dirty="0"/>
          </a:p>
        </p:txBody>
      </p:sp>
      <p:sp>
        <p:nvSpPr>
          <p:cNvPr id="9" name="Shape 7"/>
          <p:cNvSpPr/>
          <p:nvPr/>
        </p:nvSpPr>
        <p:spPr>
          <a:xfrm>
            <a:off x="1323975" y="4201269"/>
            <a:ext cx="7168753" cy="9525"/>
          </a:xfrm>
          <a:prstGeom prst="rect">
            <a:avLst/>
          </a:prstGeom>
          <a:solidFill>
            <a:srgbClr val="DCD7CC"/>
          </a:solidFill>
          <a:ln/>
        </p:spPr>
      </p:sp>
      <p:sp>
        <p:nvSpPr>
          <p:cNvPr id="10" name="Text 8"/>
          <p:cNvSpPr/>
          <p:nvPr/>
        </p:nvSpPr>
        <p:spPr>
          <a:xfrm>
            <a:off x="1323975" y="3725019"/>
            <a:ext cx="1362075" cy="409575"/>
          </a:xfrm>
          <a:prstGeom prst="rect">
            <a:avLst/>
          </a:prstGeom>
          <a:noFill/>
          <a:ln/>
        </p:spPr>
        <p:txBody>
          <a:bodyPr wrap="square" lIns="25400" tIns="25400" rIns="25400" bIns="25400" rtlCol="0" anchor="t">
            <a:normAutofit/>
          </a:bodyPr>
          <a:lstStyle/>
          <a:p>
            <a:pPr algn="l" indent="0" marL="0">
              <a:buNone/>
            </a:pPr>
            <a:r>
              <a:rPr lang="en-US" sz="2025" b="1" dirty="0">
                <a:solidFill>
                  <a:srgbClr val="16202E"/>
                </a:solidFill>
                <a:latin typeface="Noto Sans KR" pitchFamily="34" charset="0"/>
                <a:ea typeface="Noto Sans KR" pitchFamily="34" charset="-122"/>
                <a:cs typeface="Noto Sans KR" pitchFamily="34" charset="-120"/>
              </a:rPr>
              <a:t>v1~v24</a:t>
            </a:r>
            <a:endParaRPr lang="en-US" sz="2025" dirty="0"/>
          </a:p>
        </p:txBody>
      </p:sp>
      <p:sp>
        <p:nvSpPr>
          <p:cNvPr id="11" name="Text 9"/>
          <p:cNvSpPr/>
          <p:nvPr/>
        </p:nvSpPr>
        <p:spPr>
          <a:xfrm>
            <a:off x="2752725" y="3734544"/>
            <a:ext cx="3153236" cy="390525"/>
          </a:xfrm>
          <a:prstGeom prst="rect">
            <a:avLst/>
          </a:prstGeom>
          <a:noFill/>
          <a:ln/>
        </p:spPr>
        <p:txBody>
          <a:bodyPr wrap="square" lIns="25400" tIns="25400" rIns="25400" bIns="25400" rtlCol="0" anchor="t">
            <a:normAutofit/>
          </a:bodyPr>
          <a:lstStyle/>
          <a:p>
            <a:pPr algn="l" indent="0" marL="0">
              <a:buNone/>
            </a:pPr>
            <a:r>
              <a:rPr lang="en-US" sz="1950" dirty="0">
                <a:solidFill>
                  <a:srgbClr val="3C4654"/>
                </a:solidFill>
                <a:latin typeface="Noto Sans KR" pitchFamily="34" charset="0"/>
                <a:ea typeface="Noto Sans KR" pitchFamily="34" charset="-122"/>
                <a:cs typeface="Noto Sans KR" pitchFamily="34" charset="-120"/>
              </a:rPr>
              <a:t>위반 여부 · 정수 0 또는 1만</a:t>
            </a:r>
            <a:endParaRPr lang="en-US" sz="1950" dirty="0"/>
          </a:p>
        </p:txBody>
      </p:sp>
      <p:sp>
        <p:nvSpPr>
          <p:cNvPr id="12" name="Text 10"/>
          <p:cNvSpPr/>
          <p:nvPr/>
        </p:nvSpPr>
        <p:spPr>
          <a:xfrm>
            <a:off x="1323975" y="4334619"/>
            <a:ext cx="1362075" cy="409575"/>
          </a:xfrm>
          <a:prstGeom prst="rect">
            <a:avLst/>
          </a:prstGeom>
          <a:noFill/>
          <a:ln/>
        </p:spPr>
        <p:txBody>
          <a:bodyPr wrap="square" lIns="25400" tIns="25400" rIns="25400" bIns="25400" rtlCol="0" anchor="t">
            <a:normAutofit/>
          </a:bodyPr>
          <a:lstStyle/>
          <a:p>
            <a:pPr algn="l" indent="0" marL="0">
              <a:buNone/>
            </a:pPr>
            <a:r>
              <a:rPr lang="en-US" sz="2025" b="1" dirty="0">
                <a:solidFill>
                  <a:srgbClr val="16202E"/>
                </a:solidFill>
                <a:latin typeface="Noto Sans KR" pitchFamily="34" charset="0"/>
                <a:ea typeface="Noto Sans KR" pitchFamily="34" charset="-122"/>
                <a:cs typeface="Noto Sans KR" pitchFamily="34" charset="-120"/>
              </a:rPr>
              <a:t>e1~e24</a:t>
            </a:r>
            <a:endParaRPr lang="en-US" sz="2025" dirty="0"/>
          </a:p>
        </p:txBody>
      </p:sp>
      <p:sp>
        <p:nvSpPr>
          <p:cNvPr id="13" name="Text 11"/>
          <p:cNvSpPr/>
          <p:nvPr/>
        </p:nvSpPr>
        <p:spPr>
          <a:xfrm>
            <a:off x="2752725" y="4344144"/>
            <a:ext cx="3777139" cy="390525"/>
          </a:xfrm>
          <a:prstGeom prst="rect">
            <a:avLst/>
          </a:prstGeom>
          <a:noFill/>
          <a:ln/>
        </p:spPr>
        <p:txBody>
          <a:bodyPr wrap="square" lIns="25400" tIns="25400" rIns="25400" bIns="25400" rtlCol="0" anchor="t">
            <a:normAutofit/>
          </a:bodyPr>
          <a:lstStyle/>
          <a:p>
            <a:pPr algn="l" indent="0" marL="0">
              <a:buNone/>
            </a:pPr>
            <a:r>
              <a:rPr lang="en-US" sz="1950" dirty="0">
                <a:solidFill>
                  <a:srgbClr val="3C4654"/>
                </a:solidFill>
                <a:latin typeface="Noto Sans KR" pitchFamily="34" charset="0"/>
                <a:ea typeface="Noto Sans KR" pitchFamily="34" charset="-122"/>
                <a:cs typeface="Noto Sans KR" pitchFamily="34" charset="-120"/>
              </a:rPr>
              <a:t>근거 문구 · 원문에서 오려온 글자</a:t>
            </a:r>
            <a:endParaRPr lang="en-US" sz="1950" dirty="0"/>
          </a:p>
        </p:txBody>
      </p:sp>
      <p:sp>
        <p:nvSpPr>
          <p:cNvPr id="14" name="Shape 12"/>
          <p:cNvSpPr/>
          <p:nvPr/>
        </p:nvSpPr>
        <p:spPr>
          <a:xfrm>
            <a:off x="1028700" y="5115669"/>
            <a:ext cx="7759303" cy="1162050"/>
          </a:xfrm>
          <a:prstGeom prst="roundRect">
            <a:avLst>
              <a:gd name="adj" fmla="val 4918"/>
            </a:avLst>
          </a:prstGeom>
          <a:solidFill>
            <a:srgbClr val="EDE9E0"/>
          </a:solidFill>
          <a:ln/>
        </p:spPr>
      </p:sp>
      <p:sp>
        <p:nvSpPr>
          <p:cNvPr id="15" name="Text 13"/>
          <p:cNvSpPr/>
          <p:nvPr/>
        </p:nvSpPr>
        <p:spPr>
          <a:xfrm>
            <a:off x="1295400" y="5325219"/>
            <a:ext cx="7458682" cy="781050"/>
          </a:xfrm>
          <a:prstGeom prst="rect">
            <a:avLst/>
          </a:prstGeom>
          <a:noFill/>
          <a:ln/>
        </p:spPr>
        <p:txBody>
          <a:bodyPr wrap="square" lIns="25400" tIns="25400" rIns="25400" bIns="25400" rtlCol="0" anchor="t">
            <a:normAutofit/>
          </a:bodyPr>
          <a:lstStyle/>
          <a:p>
            <a:pPr algn="l" indent="0" marL="0">
              <a:lnSpc>
                <a:spcPct val="105405"/>
              </a:lnSpc>
              <a:buNone/>
            </a:pPr>
            <a:r>
              <a:rPr lang="en-US" sz="1950" dirty="0">
                <a:solidFill>
                  <a:srgbClr val="3C4654"/>
                </a:solidFill>
                <a:highlight>
                  <a:srgbClr val="EDE9E0"/>
                </a:highlight>
                <a:latin typeface="Noto Sans KR" pitchFamily="34" charset="0"/>
                <a:ea typeface="Noto Sans KR" pitchFamily="34" charset="-122"/>
                <a:cs typeface="Noto Sans KR" pitchFamily="34" charset="-120"/>
              </a:rPr>
              <a:t>한 줄 = 공고 한 건 · 줄 수는 받은 공고 수와 정확히 같아야 한다 · 판단이 어려운 항목도 </a:t>
            </a:r>
            <a:pPr algn="l" indent="0" marL="0">
              <a:lnSpc>
                <a:spcPct val="105405"/>
              </a:lnSpc>
              <a:buNone/>
            </a:pPr>
            <a:r>
              <a:rPr lang="en-US" sz="1950" b="1" dirty="0">
                <a:solidFill>
                  <a:srgbClr val="16202E"/>
                </a:solidFill>
                <a:latin typeface="Noto Sans KR" pitchFamily="34" charset="0"/>
                <a:ea typeface="Noto Sans KR" pitchFamily="34" charset="-122"/>
                <a:cs typeface="Noto Sans KR" pitchFamily="34" charset="-120"/>
              </a:rPr>
              <a:t>비워두지 않고 0</a:t>
            </a:r>
            <a:endParaRPr lang="en-US" sz="1950" dirty="0"/>
          </a:p>
        </p:txBody>
      </p:sp>
      <p:sp>
        <p:nvSpPr>
          <p:cNvPr id="16" name="Shape 14"/>
          <p:cNvSpPr/>
          <p:nvPr/>
        </p:nvSpPr>
        <p:spPr>
          <a:xfrm>
            <a:off x="1028700" y="6430119"/>
            <a:ext cx="7759303" cy="1181100"/>
          </a:xfrm>
          <a:prstGeom prst="roundRect">
            <a:avLst>
              <a:gd name="adj" fmla="val 4839"/>
            </a:avLst>
          </a:prstGeom>
          <a:solidFill>
            <a:srgbClr val="FFFFFF"/>
          </a:solidFill>
          <a:ln w="9525">
            <a:solidFill>
              <a:srgbClr val="E1B9B1"/>
            </a:solidFill>
            <a:prstDash val="solid"/>
          </a:ln>
        </p:spPr>
      </p:sp>
      <p:sp>
        <p:nvSpPr>
          <p:cNvPr id="17" name="Text 15"/>
          <p:cNvSpPr/>
          <p:nvPr/>
        </p:nvSpPr>
        <p:spPr>
          <a:xfrm>
            <a:off x="1304925" y="6649194"/>
            <a:ext cx="7439632" cy="781050"/>
          </a:xfrm>
          <a:prstGeom prst="rect">
            <a:avLst/>
          </a:prstGeom>
          <a:noFill/>
          <a:ln/>
        </p:spPr>
        <p:txBody>
          <a:bodyPr wrap="square" lIns="25400" tIns="25400" rIns="25400" bIns="25400" rtlCol="0" anchor="t">
            <a:normAutofit/>
          </a:bodyPr>
          <a:lstStyle/>
          <a:p>
            <a:pPr algn="l" indent="0" marL="0">
              <a:lnSpc>
                <a:spcPct val="105405"/>
              </a:lnSpc>
              <a:buNone/>
            </a:pPr>
            <a:r>
              <a:rPr lang="en-US" sz="1950" b="1" dirty="0">
                <a:solidFill>
                  <a:srgbClr val="A4402E"/>
                </a:solidFill>
                <a:latin typeface="Noto Sans KR" pitchFamily="34" charset="0"/>
                <a:ea typeface="Noto Sans KR" pitchFamily="34" charset="-122"/>
                <a:cs typeface="Noto Sans KR" pitchFamily="34" charset="-120"/>
              </a:rPr>
              <a:t>v10 · v11 · v16 · v18 · v20 — 근거 문구는 항상 빈칸. "있어야 할 기재가 없는 것"이 위반이라 인용할 문장이 없다</a:t>
            </a:r>
            <a:endParaRPr lang="en-US" sz="1950" dirty="0"/>
          </a:p>
        </p:txBody>
      </p:sp>
      <p:sp>
        <p:nvSpPr>
          <p:cNvPr id="18" name="Shape 16"/>
          <p:cNvSpPr/>
          <p:nvPr/>
        </p:nvSpPr>
        <p:spPr>
          <a:xfrm>
            <a:off x="9111853" y="2401044"/>
            <a:ext cx="8147447" cy="5210175"/>
          </a:xfrm>
          <a:prstGeom prst="roundRect">
            <a:avLst>
              <a:gd name="adj" fmla="val 1097"/>
            </a:avLst>
          </a:prstGeom>
          <a:solidFill>
            <a:srgbClr val="FFFFFF"/>
          </a:solidFill>
          <a:ln w="9525">
            <a:solidFill>
              <a:srgbClr val="E3DED3"/>
            </a:solidFill>
            <a:prstDash val="solid"/>
          </a:ln>
        </p:spPr>
      </p:sp>
      <p:sp>
        <p:nvSpPr>
          <p:cNvPr id="19" name="Text 17"/>
          <p:cNvSpPr/>
          <p:nvPr/>
        </p:nvSpPr>
        <p:spPr>
          <a:xfrm>
            <a:off x="9407128" y="2658219"/>
            <a:ext cx="8312587"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0F6B5E"/>
                </a:solidFill>
                <a:latin typeface="Noto Sans KR" pitchFamily="34" charset="0"/>
                <a:ea typeface="Noto Sans KR" pitchFamily="34" charset="-122"/>
                <a:cs typeface="Noto Sans KR" pitchFamily="34" charset="-120"/>
              </a:rPr>
              <a:t>근거 문구 — 이 대회 최대의 함정</a:t>
            </a:r>
            <a:endParaRPr lang="en-US" sz="1800" dirty="0"/>
          </a:p>
        </p:txBody>
      </p:sp>
      <p:sp>
        <p:nvSpPr>
          <p:cNvPr id="20" name="Text 18"/>
          <p:cNvSpPr/>
          <p:nvPr/>
        </p:nvSpPr>
        <p:spPr>
          <a:xfrm>
            <a:off x="9407128" y="3143994"/>
            <a:ext cx="8312587" cy="424755"/>
          </a:xfrm>
          <a:prstGeom prst="rect">
            <a:avLst/>
          </a:prstGeom>
          <a:noFill/>
          <a:ln/>
        </p:spPr>
        <p:txBody>
          <a:bodyPr wrap="square" lIns="25400" tIns="25400" rIns="25400" bIns="25400" rtlCol="0" anchor="t">
            <a:normAutofit/>
          </a:bodyPr>
          <a:lstStyle/>
          <a:p>
            <a:pPr algn="l" indent="0" marL="0">
              <a:lnSpc>
                <a:spcPct val="96667"/>
              </a:lnSpc>
              <a:buNone/>
            </a:pPr>
            <a:r>
              <a:rPr lang="en-US" sz="2175" b="1" dirty="0">
                <a:solidFill>
                  <a:srgbClr val="16202E"/>
                </a:solidFill>
                <a:latin typeface="Noto Sans KR" pitchFamily="34" charset="0"/>
                <a:ea typeface="Noto Sans KR" pitchFamily="34" charset="-122"/>
                <a:cs typeface="Noto Sans KR" pitchFamily="34" charset="-120"/>
              </a:rPr>
              <a:t>원문에 있는 글자를 그대로 복사한 것만 유효하다</a:t>
            </a:r>
            <a:endParaRPr lang="en-US" sz="2175" dirty="0"/>
          </a:p>
        </p:txBody>
      </p:sp>
      <p:sp>
        <p:nvSpPr>
          <p:cNvPr id="21" name="Shape 19"/>
          <p:cNvSpPr/>
          <p:nvPr/>
        </p:nvSpPr>
        <p:spPr>
          <a:xfrm>
            <a:off x="9407128" y="3683050"/>
            <a:ext cx="7556897" cy="1130498"/>
          </a:xfrm>
          <a:prstGeom prst="roundRect">
            <a:avLst>
              <a:gd name="adj" fmla="val 4213"/>
            </a:avLst>
          </a:prstGeom>
          <a:solidFill>
            <a:srgbClr val="F6F9F5"/>
          </a:solidFill>
          <a:ln w="9525">
            <a:solidFill>
              <a:srgbClr val="CADDD2"/>
            </a:solidFill>
            <a:prstDash val="solid"/>
          </a:ln>
        </p:spPr>
      </p:sp>
      <p:sp>
        <p:nvSpPr>
          <p:cNvPr id="22" name="Text 20"/>
          <p:cNvSpPr/>
          <p:nvPr/>
        </p:nvSpPr>
        <p:spPr>
          <a:xfrm>
            <a:off x="9626203" y="3864025"/>
            <a:ext cx="7830622"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0F6B5E"/>
                </a:solidFill>
                <a:latin typeface="Noto Sans KR" pitchFamily="34" charset="0"/>
                <a:ea typeface="Noto Sans KR" pitchFamily="34" charset="-122"/>
                <a:cs typeface="Noto Sans KR" pitchFamily="34" charset="-120"/>
              </a:rPr>
              <a:t>통과 — 원문을 그대로 오림</a:t>
            </a:r>
            <a:endParaRPr lang="en-US" sz="1800" dirty="0"/>
          </a:p>
        </p:txBody>
      </p:sp>
      <p:sp>
        <p:nvSpPr>
          <p:cNvPr id="23" name="Text 21"/>
          <p:cNvSpPr/>
          <p:nvPr/>
        </p:nvSpPr>
        <p:spPr>
          <a:xfrm>
            <a:off x="9626203" y="4273600"/>
            <a:ext cx="7830622" cy="397073"/>
          </a:xfrm>
          <a:prstGeom prst="rect">
            <a:avLst/>
          </a:prstGeom>
          <a:noFill/>
          <a:ln/>
        </p:spPr>
        <p:txBody>
          <a:bodyPr wrap="square" lIns="25400" tIns="25400" rIns="25400" bIns="25400" rtlCol="0" anchor="t">
            <a:normAutofit/>
          </a:bodyPr>
          <a:lstStyle/>
          <a:p>
            <a:pPr algn="l" indent="0" marL="0">
              <a:lnSpc>
                <a:spcPct val="101892"/>
              </a:lnSpc>
              <a:buNone/>
            </a:pPr>
            <a:r>
              <a:rPr lang="en-US" sz="1950" dirty="0">
                <a:solidFill>
                  <a:srgbClr val="3C4654"/>
                </a:solidFill>
                <a:latin typeface="Noto Sans KR" pitchFamily="34" charset="0"/>
                <a:ea typeface="Noto Sans KR" pitchFamily="34" charset="-122"/>
                <a:cs typeface="Noto Sans KR" pitchFamily="34" charset="-120"/>
              </a:rPr>
              <a:t>"본 입찰은 서울특별시에 주사무소를 둔 업체로 제한한다"</a:t>
            </a:r>
            <a:endParaRPr lang="en-US" sz="1950" dirty="0"/>
          </a:p>
        </p:txBody>
      </p:sp>
      <p:sp>
        <p:nvSpPr>
          <p:cNvPr id="24" name="Shape 22"/>
          <p:cNvSpPr/>
          <p:nvPr/>
        </p:nvSpPr>
        <p:spPr>
          <a:xfrm>
            <a:off x="9407128" y="4965948"/>
            <a:ext cx="7556897" cy="1130498"/>
          </a:xfrm>
          <a:prstGeom prst="roundRect">
            <a:avLst>
              <a:gd name="adj" fmla="val 4213"/>
            </a:avLst>
          </a:prstGeom>
          <a:solidFill>
            <a:srgbClr val="FBF3F1"/>
          </a:solidFill>
          <a:ln w="9525">
            <a:solidFill>
              <a:srgbClr val="E1B9B1"/>
            </a:solidFill>
            <a:prstDash val="solid"/>
          </a:ln>
        </p:spPr>
      </p:sp>
      <p:sp>
        <p:nvSpPr>
          <p:cNvPr id="25" name="Text 23"/>
          <p:cNvSpPr/>
          <p:nvPr/>
        </p:nvSpPr>
        <p:spPr>
          <a:xfrm>
            <a:off x="9626203" y="5146923"/>
            <a:ext cx="7830622"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A4402E"/>
                </a:solidFill>
                <a:latin typeface="Noto Sans KR" pitchFamily="34" charset="0"/>
                <a:ea typeface="Noto Sans KR" pitchFamily="34" charset="-122"/>
                <a:cs typeface="Noto Sans KR" pitchFamily="34" charset="-120"/>
              </a:rPr>
              <a:t>무효 — 뜻은 같지만 우리가 다시 씀</a:t>
            </a:r>
            <a:endParaRPr lang="en-US" sz="1800" dirty="0"/>
          </a:p>
        </p:txBody>
      </p:sp>
      <p:sp>
        <p:nvSpPr>
          <p:cNvPr id="26" name="Text 24"/>
          <p:cNvSpPr/>
          <p:nvPr/>
        </p:nvSpPr>
        <p:spPr>
          <a:xfrm>
            <a:off x="9626203" y="5556498"/>
            <a:ext cx="7830622" cy="397073"/>
          </a:xfrm>
          <a:prstGeom prst="rect">
            <a:avLst/>
          </a:prstGeom>
          <a:noFill/>
          <a:ln/>
        </p:spPr>
        <p:txBody>
          <a:bodyPr wrap="square" lIns="25400" tIns="25400" rIns="25400" bIns="25400" rtlCol="0" anchor="t">
            <a:normAutofit/>
          </a:bodyPr>
          <a:lstStyle/>
          <a:p>
            <a:pPr algn="l" indent="0" marL="0">
              <a:lnSpc>
                <a:spcPct val="101892"/>
              </a:lnSpc>
              <a:buNone/>
            </a:pPr>
            <a:r>
              <a:rPr lang="en-US" sz="1950" dirty="0">
                <a:solidFill>
                  <a:srgbClr val="3C4654"/>
                </a:solidFill>
                <a:latin typeface="Noto Sans KR" pitchFamily="34" charset="0"/>
                <a:ea typeface="Noto Sans KR" pitchFamily="34" charset="-122"/>
                <a:cs typeface="Noto Sans KR" pitchFamily="34" charset="-120"/>
              </a:rPr>
              <a:t>"서울 업체만 참가 가능하도록 지역을 제한하고 있음"</a:t>
            </a:r>
            <a:endParaRPr lang="en-US" sz="1950" dirty="0"/>
          </a:p>
        </p:txBody>
      </p:sp>
      <p:sp>
        <p:nvSpPr>
          <p:cNvPr id="27" name="Shape 25"/>
          <p:cNvSpPr/>
          <p:nvPr/>
        </p:nvSpPr>
        <p:spPr>
          <a:xfrm>
            <a:off x="9407128" y="6248846"/>
            <a:ext cx="7556897" cy="9525"/>
          </a:xfrm>
          <a:prstGeom prst="rect">
            <a:avLst/>
          </a:prstGeom>
          <a:solidFill>
            <a:srgbClr val="DCD7CC"/>
          </a:solidFill>
          <a:ln/>
        </p:spPr>
      </p:sp>
      <p:sp>
        <p:nvSpPr>
          <p:cNvPr id="28" name="Text 26"/>
          <p:cNvSpPr/>
          <p:nvPr/>
        </p:nvSpPr>
        <p:spPr>
          <a:xfrm>
            <a:off x="9407128" y="6372671"/>
            <a:ext cx="7783604" cy="728663"/>
          </a:xfrm>
          <a:prstGeom prst="rect">
            <a:avLst/>
          </a:prstGeom>
          <a:noFill/>
          <a:ln/>
        </p:spPr>
        <p:txBody>
          <a:bodyPr wrap="square" lIns="25400" tIns="25400" rIns="25400" bIns="25400" rtlCol="0" anchor="t">
            <a:normAutofit/>
          </a:bodyPr>
          <a:lstStyle/>
          <a:p>
            <a:pPr algn="l" indent="0" marL="0">
              <a:lnSpc>
                <a:spcPct val="100694"/>
              </a:lnSpc>
              <a:buNone/>
            </a:pPr>
            <a:r>
              <a:rPr lang="en-US" sz="1875" dirty="0">
                <a:solidFill>
                  <a:srgbClr val="7C8492"/>
                </a:solidFill>
                <a:latin typeface="Noto Sans KR" pitchFamily="34" charset="0"/>
                <a:ea typeface="Noto Sans KR" pitchFamily="34" charset="-122"/>
                <a:cs typeface="Noto Sans KR" pitchFamily="34" charset="-120"/>
              </a:rPr>
              <a:t>500자 이하 · 위반에 해당하는 부분만 짧게 · 등록 정보(메타) 값은 인용 대상이 아니다 · 위 두 문장은 형식 설명용 예시</a:t>
            </a:r>
            <a:endParaRPr lang="en-US" sz="187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1028700" y="800100"/>
            <a:ext cx="17853660" cy="390525"/>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0F6B5E"/>
                </a:solidFill>
                <a:latin typeface="Noto Sans KR" pitchFamily="34" charset="0"/>
                <a:ea typeface="Noto Sans KR" pitchFamily="34" charset="-122"/>
                <a:cs typeface="Noto Sans KR" pitchFamily="34" charset="-120"/>
              </a:rPr>
              <a:t>② 공고 데이터 구조</a:t>
            </a:r>
            <a:endParaRPr lang="en-US" sz="1950" dirty="0"/>
          </a:p>
        </p:txBody>
      </p:sp>
      <p:sp>
        <p:nvSpPr>
          <p:cNvPr id="3" name="Text 1"/>
          <p:cNvSpPr/>
          <p:nvPr/>
        </p:nvSpPr>
        <p:spPr>
          <a:xfrm>
            <a:off x="1028700" y="1285875"/>
            <a:ext cx="16973550" cy="710059"/>
          </a:xfrm>
          <a:prstGeom prst="rect">
            <a:avLst/>
          </a:prstGeom>
          <a:noFill/>
          <a:ln/>
        </p:spPr>
        <p:txBody>
          <a:bodyPr wrap="square" lIns="25400" tIns="25400" rIns="25400" bIns="25400" rtlCol="0" anchor="t">
            <a:normAutofit/>
          </a:bodyPr>
          <a:lstStyle/>
          <a:p>
            <a:pPr algn="l" indent="0" marL="0">
              <a:lnSpc>
                <a:spcPct val="87111"/>
              </a:lnSpc>
              <a:buNone/>
            </a:pPr>
            <a:r>
              <a:rPr lang="en-US" sz="4200" b="1" spc="-42" kern="0" dirty="0">
                <a:solidFill>
                  <a:srgbClr val="16202E"/>
                </a:solidFill>
                <a:latin typeface="Noto Sans KR" pitchFamily="34" charset="0"/>
                <a:ea typeface="Noto Sans KR" pitchFamily="34" charset="-122"/>
                <a:cs typeface="Noto Sans KR" pitchFamily="34" charset="-120"/>
              </a:rPr>
              <a:t>공고 한 건은 번호 · 문서 묶음 · 등록 정보 세 부분이다</a:t>
            </a:r>
            <a:endParaRPr lang="en-US" sz="4200" dirty="0"/>
          </a:p>
        </p:txBody>
      </p:sp>
      <p:sp>
        <p:nvSpPr>
          <p:cNvPr id="4" name="Shape 2"/>
          <p:cNvSpPr/>
          <p:nvPr/>
        </p:nvSpPr>
        <p:spPr>
          <a:xfrm>
            <a:off x="1028700" y="2281684"/>
            <a:ext cx="8341965" cy="3562350"/>
          </a:xfrm>
          <a:prstGeom prst="roundRect">
            <a:avLst>
              <a:gd name="adj" fmla="val 1604"/>
            </a:avLst>
          </a:prstGeom>
          <a:solidFill>
            <a:srgbClr val="FFFFFF"/>
          </a:solidFill>
          <a:ln w="9525">
            <a:solidFill>
              <a:srgbClr val="E3DED3"/>
            </a:solidFill>
            <a:prstDash val="solid"/>
          </a:ln>
        </p:spPr>
      </p:sp>
      <p:sp>
        <p:nvSpPr>
          <p:cNvPr id="5" name="Text 3"/>
          <p:cNvSpPr/>
          <p:nvPr/>
        </p:nvSpPr>
        <p:spPr>
          <a:xfrm>
            <a:off x="1304925" y="2519809"/>
            <a:ext cx="8568467"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0F6B5E"/>
                </a:solidFill>
                <a:latin typeface="Noto Sans KR" pitchFamily="34" charset="0"/>
                <a:ea typeface="Noto Sans KR" pitchFamily="34" charset="-122"/>
                <a:cs typeface="Noto Sans KR" pitchFamily="34" charset="-120"/>
              </a:rPr>
              <a:t>문서 묶음 (docs) — 최대 5종</a:t>
            </a:r>
            <a:endParaRPr lang="en-US" sz="1800" dirty="0"/>
          </a:p>
        </p:txBody>
      </p:sp>
      <p:sp>
        <p:nvSpPr>
          <p:cNvPr id="6" name="Shape 4"/>
          <p:cNvSpPr/>
          <p:nvPr/>
        </p:nvSpPr>
        <p:spPr>
          <a:xfrm>
            <a:off x="1304925" y="3415159"/>
            <a:ext cx="7789515" cy="9525"/>
          </a:xfrm>
          <a:prstGeom prst="rect">
            <a:avLst/>
          </a:prstGeom>
          <a:solidFill>
            <a:srgbClr val="DCD7CC"/>
          </a:solidFill>
          <a:ln/>
        </p:spPr>
      </p:sp>
      <p:sp>
        <p:nvSpPr>
          <p:cNvPr id="7" name="Text 5"/>
          <p:cNvSpPr/>
          <p:nvPr/>
        </p:nvSpPr>
        <p:spPr>
          <a:xfrm>
            <a:off x="1304925" y="2967484"/>
            <a:ext cx="1571625" cy="390525"/>
          </a:xfrm>
          <a:prstGeom prst="rect">
            <a:avLst/>
          </a:prstGeom>
          <a:noFill/>
          <a:ln/>
        </p:spPr>
        <p:txBody>
          <a:bodyPr wrap="square" lIns="25400" tIns="25400" rIns="25400" bIns="25400" rtlCol="0" anchor="t">
            <a:normAutofit/>
          </a:bodyPr>
          <a:lstStyle/>
          <a:p>
            <a:pPr algn="l" indent="0" marL="0">
              <a:buNone/>
            </a:pPr>
            <a:r>
              <a:rPr lang="en-US" sz="1950" b="1" dirty="0">
                <a:solidFill>
                  <a:srgbClr val="16202E"/>
                </a:solidFill>
                <a:latin typeface="Noto Sans KR" pitchFamily="34" charset="0"/>
                <a:ea typeface="Noto Sans KR" pitchFamily="34" charset="-122"/>
                <a:cs typeface="Noto Sans KR" pitchFamily="34" charset="-120"/>
              </a:rPr>
              <a:t>공고문</a:t>
            </a:r>
            <a:endParaRPr lang="en-US" sz="1950" dirty="0"/>
          </a:p>
        </p:txBody>
      </p:sp>
      <p:sp>
        <p:nvSpPr>
          <p:cNvPr id="8" name="Text 6"/>
          <p:cNvSpPr/>
          <p:nvPr/>
        </p:nvSpPr>
        <p:spPr>
          <a:xfrm>
            <a:off x="2905125" y="2977009"/>
            <a:ext cx="1506141" cy="381000"/>
          </a:xfrm>
          <a:prstGeom prst="rect">
            <a:avLst/>
          </a:prstGeom>
          <a:noFill/>
          <a:ln/>
        </p:spPr>
        <p:txBody>
          <a:bodyPr wrap="square" lIns="25400" tIns="25400" rIns="25400" bIns="25400" rtlCol="0" anchor="t">
            <a:normAutofit/>
          </a:bodyPr>
          <a:lstStyle/>
          <a:p>
            <a:pPr algn="l" indent="0" marL="0">
              <a:buNone/>
            </a:pPr>
            <a:r>
              <a:rPr lang="en-US" sz="1875" b="1" dirty="0">
                <a:solidFill>
                  <a:srgbClr val="0F6B5E"/>
                </a:solidFill>
                <a:latin typeface="Noto Sans KR" pitchFamily="34" charset="0"/>
                <a:ea typeface="Noto Sans KR" pitchFamily="34" charset="-122"/>
                <a:cs typeface="Noto Sans KR" pitchFamily="34" charset="-120"/>
              </a:rPr>
              <a:t>항상 1건 이상</a:t>
            </a:r>
            <a:endParaRPr lang="en-US" sz="1875" dirty="0"/>
          </a:p>
        </p:txBody>
      </p:sp>
      <p:sp>
        <p:nvSpPr>
          <p:cNvPr id="9" name="Shape 7"/>
          <p:cNvSpPr/>
          <p:nvPr/>
        </p:nvSpPr>
        <p:spPr>
          <a:xfrm>
            <a:off x="1304925" y="3986659"/>
            <a:ext cx="7789515" cy="9525"/>
          </a:xfrm>
          <a:prstGeom prst="rect">
            <a:avLst/>
          </a:prstGeom>
          <a:solidFill>
            <a:srgbClr val="DCD7CC"/>
          </a:solidFill>
          <a:ln/>
        </p:spPr>
      </p:sp>
      <p:sp>
        <p:nvSpPr>
          <p:cNvPr id="10" name="Text 8"/>
          <p:cNvSpPr/>
          <p:nvPr/>
        </p:nvSpPr>
        <p:spPr>
          <a:xfrm>
            <a:off x="1304925" y="3538984"/>
            <a:ext cx="1571625" cy="390525"/>
          </a:xfrm>
          <a:prstGeom prst="rect">
            <a:avLst/>
          </a:prstGeom>
          <a:noFill/>
          <a:ln/>
        </p:spPr>
        <p:txBody>
          <a:bodyPr wrap="square" lIns="25400" tIns="25400" rIns="25400" bIns="25400" rtlCol="0" anchor="t">
            <a:normAutofit/>
          </a:bodyPr>
          <a:lstStyle/>
          <a:p>
            <a:pPr algn="l" indent="0" marL="0">
              <a:buNone/>
            </a:pPr>
            <a:r>
              <a:rPr lang="en-US" sz="1950" b="1" dirty="0">
                <a:solidFill>
                  <a:srgbClr val="16202E"/>
                </a:solidFill>
                <a:latin typeface="Noto Sans KR" pitchFamily="34" charset="0"/>
                <a:ea typeface="Noto Sans KR" pitchFamily="34" charset="-122"/>
                <a:cs typeface="Noto Sans KR" pitchFamily="34" charset="-120"/>
              </a:rPr>
              <a:t>규격서</a:t>
            </a:r>
            <a:endParaRPr lang="en-US" sz="1950" dirty="0"/>
          </a:p>
        </p:txBody>
      </p:sp>
      <p:sp>
        <p:nvSpPr>
          <p:cNvPr id="11" name="Text 9"/>
          <p:cNvSpPr/>
          <p:nvPr/>
        </p:nvSpPr>
        <p:spPr>
          <a:xfrm>
            <a:off x="2905125" y="3548509"/>
            <a:ext cx="2221066" cy="381000"/>
          </a:xfrm>
          <a:prstGeom prst="rect">
            <a:avLst/>
          </a:prstGeom>
          <a:noFill/>
          <a:ln/>
        </p:spPr>
        <p:txBody>
          <a:bodyPr wrap="square" lIns="25400" tIns="25400" rIns="25400" bIns="25400" rtlCol="0" anchor="t">
            <a:normAutofit/>
          </a:bodyPr>
          <a:lstStyle/>
          <a:p>
            <a:pPr algn="l" indent="0" marL="0">
              <a:buNone/>
            </a:pPr>
            <a:r>
              <a:rPr lang="en-US" sz="1875" dirty="0">
                <a:solidFill>
                  <a:srgbClr val="7C8492"/>
                </a:solidFill>
                <a:latin typeface="Noto Sans KR" pitchFamily="34" charset="0"/>
                <a:ea typeface="Noto Sans KR" pitchFamily="34" charset="-122"/>
                <a:cs typeface="Noto Sans KR" pitchFamily="34" charset="-120"/>
              </a:rPr>
              <a:t>있을 수도, 없을 수도</a:t>
            </a:r>
            <a:endParaRPr lang="en-US" sz="1875" dirty="0"/>
          </a:p>
        </p:txBody>
      </p:sp>
      <p:sp>
        <p:nvSpPr>
          <p:cNvPr id="12" name="Shape 10"/>
          <p:cNvSpPr/>
          <p:nvPr/>
        </p:nvSpPr>
        <p:spPr>
          <a:xfrm>
            <a:off x="1304925" y="4558159"/>
            <a:ext cx="7789515" cy="9525"/>
          </a:xfrm>
          <a:prstGeom prst="rect">
            <a:avLst/>
          </a:prstGeom>
          <a:solidFill>
            <a:srgbClr val="DCD7CC"/>
          </a:solidFill>
          <a:ln/>
        </p:spPr>
      </p:sp>
      <p:sp>
        <p:nvSpPr>
          <p:cNvPr id="13" name="Text 11"/>
          <p:cNvSpPr/>
          <p:nvPr/>
        </p:nvSpPr>
        <p:spPr>
          <a:xfrm>
            <a:off x="1304925" y="4110484"/>
            <a:ext cx="1571625" cy="390525"/>
          </a:xfrm>
          <a:prstGeom prst="rect">
            <a:avLst/>
          </a:prstGeom>
          <a:noFill/>
          <a:ln/>
        </p:spPr>
        <p:txBody>
          <a:bodyPr wrap="square" lIns="25400" tIns="25400" rIns="25400" bIns="25400" rtlCol="0" anchor="t">
            <a:normAutofit/>
          </a:bodyPr>
          <a:lstStyle/>
          <a:p>
            <a:pPr algn="l" indent="0" marL="0">
              <a:buNone/>
            </a:pPr>
            <a:r>
              <a:rPr lang="en-US" sz="1950" b="1" dirty="0">
                <a:solidFill>
                  <a:srgbClr val="16202E"/>
                </a:solidFill>
                <a:latin typeface="Noto Sans KR" pitchFamily="34" charset="0"/>
                <a:ea typeface="Noto Sans KR" pitchFamily="34" charset="-122"/>
                <a:cs typeface="Noto Sans KR" pitchFamily="34" charset="-120"/>
              </a:rPr>
              <a:t>과업지시서</a:t>
            </a:r>
            <a:endParaRPr lang="en-US" sz="1950" dirty="0"/>
          </a:p>
        </p:txBody>
      </p:sp>
      <p:sp>
        <p:nvSpPr>
          <p:cNvPr id="14" name="Text 12"/>
          <p:cNvSpPr/>
          <p:nvPr/>
        </p:nvSpPr>
        <p:spPr>
          <a:xfrm>
            <a:off x="2905125" y="4120009"/>
            <a:ext cx="2221066" cy="381000"/>
          </a:xfrm>
          <a:prstGeom prst="rect">
            <a:avLst/>
          </a:prstGeom>
          <a:noFill/>
          <a:ln/>
        </p:spPr>
        <p:txBody>
          <a:bodyPr wrap="square" lIns="25400" tIns="25400" rIns="25400" bIns="25400" rtlCol="0" anchor="t">
            <a:normAutofit/>
          </a:bodyPr>
          <a:lstStyle/>
          <a:p>
            <a:pPr algn="l" indent="0" marL="0">
              <a:buNone/>
            </a:pPr>
            <a:r>
              <a:rPr lang="en-US" sz="1875" dirty="0">
                <a:solidFill>
                  <a:srgbClr val="7C8492"/>
                </a:solidFill>
                <a:latin typeface="Noto Sans KR" pitchFamily="34" charset="0"/>
                <a:ea typeface="Noto Sans KR" pitchFamily="34" charset="-122"/>
                <a:cs typeface="Noto Sans KR" pitchFamily="34" charset="-120"/>
              </a:rPr>
              <a:t>있을 수도, 없을 수도</a:t>
            </a:r>
            <a:endParaRPr lang="en-US" sz="1875" dirty="0"/>
          </a:p>
        </p:txBody>
      </p:sp>
      <p:sp>
        <p:nvSpPr>
          <p:cNvPr id="15" name="Shape 13"/>
          <p:cNvSpPr/>
          <p:nvPr/>
        </p:nvSpPr>
        <p:spPr>
          <a:xfrm>
            <a:off x="1304925" y="5129659"/>
            <a:ext cx="7789515" cy="9525"/>
          </a:xfrm>
          <a:prstGeom prst="rect">
            <a:avLst/>
          </a:prstGeom>
          <a:solidFill>
            <a:srgbClr val="DCD7CC"/>
          </a:solidFill>
          <a:ln/>
        </p:spPr>
      </p:sp>
      <p:sp>
        <p:nvSpPr>
          <p:cNvPr id="16" name="Text 14"/>
          <p:cNvSpPr/>
          <p:nvPr/>
        </p:nvSpPr>
        <p:spPr>
          <a:xfrm>
            <a:off x="1304925" y="4681984"/>
            <a:ext cx="1571625" cy="390525"/>
          </a:xfrm>
          <a:prstGeom prst="rect">
            <a:avLst/>
          </a:prstGeom>
          <a:noFill/>
          <a:ln/>
        </p:spPr>
        <p:txBody>
          <a:bodyPr wrap="square" lIns="25400" tIns="25400" rIns="25400" bIns="25400" rtlCol="0" anchor="t">
            <a:normAutofit/>
          </a:bodyPr>
          <a:lstStyle/>
          <a:p>
            <a:pPr algn="l" indent="0" marL="0">
              <a:buNone/>
            </a:pPr>
            <a:r>
              <a:rPr lang="en-US" sz="1950" b="1" dirty="0">
                <a:solidFill>
                  <a:srgbClr val="16202E"/>
                </a:solidFill>
                <a:latin typeface="Noto Sans KR" pitchFamily="34" charset="0"/>
                <a:ea typeface="Noto Sans KR" pitchFamily="34" charset="-122"/>
                <a:cs typeface="Noto Sans KR" pitchFamily="34" charset="-120"/>
              </a:rPr>
              <a:t>제안요청서</a:t>
            </a:r>
            <a:endParaRPr lang="en-US" sz="1950" dirty="0"/>
          </a:p>
        </p:txBody>
      </p:sp>
      <p:sp>
        <p:nvSpPr>
          <p:cNvPr id="17" name="Text 15"/>
          <p:cNvSpPr/>
          <p:nvPr/>
        </p:nvSpPr>
        <p:spPr>
          <a:xfrm>
            <a:off x="2905125" y="4691509"/>
            <a:ext cx="2221066" cy="381000"/>
          </a:xfrm>
          <a:prstGeom prst="rect">
            <a:avLst/>
          </a:prstGeom>
          <a:noFill/>
          <a:ln/>
        </p:spPr>
        <p:txBody>
          <a:bodyPr wrap="square" lIns="25400" tIns="25400" rIns="25400" bIns="25400" rtlCol="0" anchor="t">
            <a:normAutofit/>
          </a:bodyPr>
          <a:lstStyle/>
          <a:p>
            <a:pPr algn="l" indent="0" marL="0">
              <a:buNone/>
            </a:pPr>
            <a:r>
              <a:rPr lang="en-US" sz="1875" dirty="0">
                <a:solidFill>
                  <a:srgbClr val="7C8492"/>
                </a:solidFill>
                <a:latin typeface="Noto Sans KR" pitchFamily="34" charset="0"/>
                <a:ea typeface="Noto Sans KR" pitchFamily="34" charset="-122"/>
                <a:cs typeface="Noto Sans KR" pitchFamily="34" charset="-120"/>
              </a:rPr>
              <a:t>있을 수도, 없을 수도</a:t>
            </a:r>
            <a:endParaRPr lang="en-US" sz="1875" dirty="0"/>
          </a:p>
        </p:txBody>
      </p:sp>
      <p:sp>
        <p:nvSpPr>
          <p:cNvPr id="18" name="Text 16"/>
          <p:cNvSpPr/>
          <p:nvPr/>
        </p:nvSpPr>
        <p:spPr>
          <a:xfrm>
            <a:off x="1304925" y="5253484"/>
            <a:ext cx="1571625" cy="390525"/>
          </a:xfrm>
          <a:prstGeom prst="rect">
            <a:avLst/>
          </a:prstGeom>
          <a:noFill/>
          <a:ln/>
        </p:spPr>
        <p:txBody>
          <a:bodyPr wrap="square" lIns="25400" tIns="25400" rIns="25400" bIns="25400" rtlCol="0" anchor="t">
            <a:normAutofit/>
          </a:bodyPr>
          <a:lstStyle/>
          <a:p>
            <a:pPr algn="l" indent="0" marL="0">
              <a:buNone/>
            </a:pPr>
            <a:r>
              <a:rPr lang="en-US" sz="1950" b="1" dirty="0">
                <a:solidFill>
                  <a:srgbClr val="16202E"/>
                </a:solidFill>
                <a:latin typeface="Noto Sans KR" pitchFamily="34" charset="0"/>
                <a:ea typeface="Noto Sans KR" pitchFamily="34" charset="-122"/>
                <a:cs typeface="Noto Sans KR" pitchFamily="34" charset="-120"/>
              </a:rPr>
              <a:t>예외공표서</a:t>
            </a:r>
            <a:endParaRPr lang="en-US" sz="1950" dirty="0"/>
          </a:p>
        </p:txBody>
      </p:sp>
      <p:sp>
        <p:nvSpPr>
          <p:cNvPr id="19" name="Text 17"/>
          <p:cNvSpPr/>
          <p:nvPr/>
        </p:nvSpPr>
        <p:spPr>
          <a:xfrm>
            <a:off x="2905125" y="5263009"/>
            <a:ext cx="2221066" cy="381000"/>
          </a:xfrm>
          <a:prstGeom prst="rect">
            <a:avLst/>
          </a:prstGeom>
          <a:noFill/>
          <a:ln/>
        </p:spPr>
        <p:txBody>
          <a:bodyPr wrap="square" lIns="25400" tIns="25400" rIns="25400" bIns="25400" rtlCol="0" anchor="t">
            <a:normAutofit/>
          </a:bodyPr>
          <a:lstStyle/>
          <a:p>
            <a:pPr algn="l" indent="0" marL="0">
              <a:buNone/>
            </a:pPr>
            <a:r>
              <a:rPr lang="en-US" sz="1875" dirty="0">
                <a:solidFill>
                  <a:srgbClr val="7C8492"/>
                </a:solidFill>
                <a:latin typeface="Noto Sans KR" pitchFamily="34" charset="0"/>
                <a:ea typeface="Noto Sans KR" pitchFamily="34" charset="-122"/>
                <a:cs typeface="Noto Sans KR" pitchFamily="34" charset="-120"/>
              </a:rPr>
              <a:t>있을 수도, 없을 수도</a:t>
            </a:r>
            <a:endParaRPr lang="en-US" sz="1875" dirty="0"/>
          </a:p>
        </p:txBody>
      </p:sp>
      <p:sp>
        <p:nvSpPr>
          <p:cNvPr id="20" name="Shape 18"/>
          <p:cNvSpPr/>
          <p:nvPr/>
        </p:nvSpPr>
        <p:spPr>
          <a:xfrm>
            <a:off x="1028700" y="5977384"/>
            <a:ext cx="8341965" cy="1117997"/>
          </a:xfrm>
          <a:prstGeom prst="roundRect">
            <a:avLst>
              <a:gd name="adj" fmla="val 5112"/>
            </a:avLst>
          </a:prstGeom>
          <a:solidFill>
            <a:srgbClr val="FFFFFF"/>
          </a:solidFill>
          <a:ln w="9525">
            <a:solidFill>
              <a:srgbClr val="E1B9B1"/>
            </a:solidFill>
            <a:prstDash val="solid"/>
          </a:ln>
        </p:spPr>
      </p:sp>
      <p:sp>
        <p:nvSpPr>
          <p:cNvPr id="21" name="Text 19"/>
          <p:cNvSpPr/>
          <p:nvPr/>
        </p:nvSpPr>
        <p:spPr>
          <a:xfrm>
            <a:off x="1304925" y="6177409"/>
            <a:ext cx="8039774" cy="756047"/>
          </a:xfrm>
          <a:prstGeom prst="rect">
            <a:avLst/>
          </a:prstGeom>
          <a:noFill/>
          <a:ln/>
        </p:spPr>
        <p:txBody>
          <a:bodyPr wrap="square" lIns="25400" tIns="25400" rIns="25400" bIns="25400" rtlCol="0" anchor="t">
            <a:normAutofit/>
          </a:bodyPr>
          <a:lstStyle/>
          <a:p>
            <a:pPr algn="l" indent="0" marL="0">
              <a:lnSpc>
                <a:spcPct val="101892"/>
              </a:lnSpc>
              <a:buNone/>
            </a:pPr>
            <a:r>
              <a:rPr lang="en-US" sz="1950" b="1" dirty="0">
                <a:solidFill>
                  <a:srgbClr val="A4402E"/>
                </a:solidFill>
                <a:latin typeface="Noto Sans KR" pitchFamily="34" charset="0"/>
                <a:ea typeface="Noto Sans KR" pitchFamily="34" charset="-122"/>
                <a:cs typeface="Noto Sans KR" pitchFamily="34" charset="-120"/>
              </a:rPr>
              <a:t>위반이 첨부 문서에만 적혀 있는 항목이 있다 — 공고문만 읽으면 그 항목은 틀린다</a:t>
            </a:r>
            <a:endParaRPr lang="en-US" sz="1950" dirty="0"/>
          </a:p>
        </p:txBody>
      </p:sp>
      <p:sp>
        <p:nvSpPr>
          <p:cNvPr id="22" name="Shape 20"/>
          <p:cNvSpPr/>
          <p:nvPr/>
        </p:nvSpPr>
        <p:spPr>
          <a:xfrm>
            <a:off x="9675465" y="2281684"/>
            <a:ext cx="7583835" cy="2221706"/>
          </a:xfrm>
          <a:prstGeom prst="roundRect">
            <a:avLst>
              <a:gd name="adj" fmla="val 2572"/>
            </a:avLst>
          </a:prstGeom>
          <a:solidFill>
            <a:srgbClr val="FFFFFF"/>
          </a:solidFill>
          <a:ln w="9525">
            <a:solidFill>
              <a:srgbClr val="E3DED3"/>
            </a:solidFill>
            <a:prstDash val="solid"/>
          </a:ln>
        </p:spPr>
      </p:sp>
      <p:sp>
        <p:nvSpPr>
          <p:cNvPr id="23" name="Text 21"/>
          <p:cNvSpPr/>
          <p:nvPr/>
        </p:nvSpPr>
        <p:spPr>
          <a:xfrm>
            <a:off x="9951690" y="2519809"/>
            <a:ext cx="7734523"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0F6B5E"/>
                </a:solidFill>
                <a:latin typeface="Noto Sans KR" pitchFamily="34" charset="0"/>
                <a:ea typeface="Noto Sans KR" pitchFamily="34" charset="-122"/>
                <a:cs typeface="Noto Sans KR" pitchFamily="34" charset="-120"/>
              </a:rPr>
              <a:t>등록 정보 (meta) — 21개 필드</a:t>
            </a:r>
            <a:endParaRPr lang="en-US" sz="1800" dirty="0"/>
          </a:p>
        </p:txBody>
      </p:sp>
      <p:sp>
        <p:nvSpPr>
          <p:cNvPr id="24" name="Text 22"/>
          <p:cNvSpPr/>
          <p:nvPr/>
        </p:nvSpPr>
        <p:spPr>
          <a:xfrm>
            <a:off x="9951690" y="2957959"/>
            <a:ext cx="7242326" cy="781050"/>
          </a:xfrm>
          <a:prstGeom prst="rect">
            <a:avLst/>
          </a:prstGeom>
          <a:noFill/>
          <a:ln/>
        </p:spPr>
        <p:txBody>
          <a:bodyPr wrap="square" lIns="25400" tIns="25400" rIns="25400" bIns="25400" rtlCol="0" anchor="t">
            <a:normAutofit/>
          </a:bodyPr>
          <a:lstStyle/>
          <a:p>
            <a:pPr algn="l" indent="0" marL="0">
              <a:lnSpc>
                <a:spcPct val="105405"/>
              </a:lnSpc>
              <a:buNone/>
            </a:pPr>
            <a:r>
              <a:rPr lang="en-US" sz="1950" dirty="0">
                <a:solidFill>
                  <a:srgbClr val="3C4654"/>
                </a:solidFill>
                <a:latin typeface="Noto Sans KR" pitchFamily="34" charset="0"/>
                <a:ea typeface="Noto Sans KR" pitchFamily="34" charset="-122"/>
                <a:cs typeface="Noto Sans KR" pitchFamily="34" charset="-120"/>
              </a:rPr>
              <a:t>외울 필요 없고 </a:t>
            </a:r>
            <a:pPr algn="l" indent="0" marL="0">
              <a:lnSpc>
                <a:spcPct val="105405"/>
              </a:lnSpc>
              <a:buNone/>
            </a:pPr>
            <a:r>
              <a:rPr lang="en-US" sz="1950" b="1" dirty="0">
                <a:solidFill>
                  <a:srgbClr val="16202E"/>
                </a:solidFill>
                <a:latin typeface="Noto Sans KR" pitchFamily="34" charset="0"/>
                <a:ea typeface="Noto Sans KR" pitchFamily="34" charset="-122"/>
                <a:cs typeface="Noto Sans KR" pitchFamily="34" charset="-120"/>
              </a:rPr>
              <a:t>성격 </a:t>
            </a:r>
            <a:pPr algn="l" indent="0" marL="0">
              <a:lnSpc>
                <a:spcPct val="105405"/>
              </a:lnSpc>
              <a:buNone/>
            </a:pPr>
            <a:r>
              <a:rPr lang="en-US" sz="1950" dirty="0">
                <a:solidFill>
                  <a:srgbClr val="3C4654"/>
                </a:solidFill>
                <a:latin typeface="Noto Sans KR" pitchFamily="34" charset="0"/>
                <a:ea typeface="Noto Sans KR" pitchFamily="34" charset="-122"/>
                <a:cs typeface="Noto Sans KR" pitchFamily="34" charset="-120"/>
              </a:rPr>
              <a:t>만 알면 된다 — 금액(추정가격 등) · 지역제한 여부와 제한지역 · 계약 방식 · 업종·품명 · 일정 관련 값</a:t>
            </a:r>
            <a:endParaRPr lang="en-US" sz="1950" dirty="0"/>
          </a:p>
        </p:txBody>
      </p:sp>
      <p:sp>
        <p:nvSpPr>
          <p:cNvPr id="25" name="Shape 23"/>
          <p:cNvSpPr/>
          <p:nvPr/>
        </p:nvSpPr>
        <p:spPr>
          <a:xfrm>
            <a:off x="9951690" y="3805684"/>
            <a:ext cx="7031385" cy="9525"/>
          </a:xfrm>
          <a:prstGeom prst="rect">
            <a:avLst/>
          </a:prstGeom>
          <a:solidFill>
            <a:srgbClr val="DCD7CC"/>
          </a:solidFill>
          <a:ln/>
        </p:spPr>
      </p:sp>
      <p:sp>
        <p:nvSpPr>
          <p:cNvPr id="26" name="Text 24"/>
          <p:cNvSpPr/>
          <p:nvPr/>
        </p:nvSpPr>
        <p:spPr>
          <a:xfrm>
            <a:off x="9951690" y="3919984"/>
            <a:ext cx="7242326" cy="383381"/>
          </a:xfrm>
          <a:prstGeom prst="rect">
            <a:avLst/>
          </a:prstGeom>
          <a:noFill/>
          <a:ln/>
        </p:spPr>
        <p:txBody>
          <a:bodyPr wrap="square" lIns="25400" tIns="25400" rIns="25400" bIns="25400" rtlCol="0" anchor="t">
            <a:normAutofit/>
          </a:bodyPr>
          <a:lstStyle/>
          <a:p>
            <a:pPr algn="l" indent="0" marL="0">
              <a:lnSpc>
                <a:spcPct val="100694"/>
              </a:lnSpc>
              <a:buNone/>
            </a:pPr>
            <a:r>
              <a:rPr lang="en-US" sz="1875" dirty="0">
                <a:solidFill>
                  <a:srgbClr val="7C8492"/>
                </a:solidFill>
                <a:latin typeface="Noto Sans KR" pitchFamily="34" charset="0"/>
                <a:ea typeface="Noto Sans KR" pitchFamily="34" charset="-122"/>
                <a:cs typeface="Noto Sans KR" pitchFamily="34" charset="-120"/>
              </a:rPr>
              <a:t>문서 본문과 이 등록값이 서로 다른 것 자체를 보는 항목도 있다 (v24)</a:t>
            </a:r>
            <a:endParaRPr lang="en-US" sz="1875" dirty="0"/>
          </a:p>
        </p:txBody>
      </p:sp>
      <p:sp>
        <p:nvSpPr>
          <p:cNvPr id="27" name="Shape 25"/>
          <p:cNvSpPr/>
          <p:nvPr/>
        </p:nvSpPr>
        <p:spPr>
          <a:xfrm>
            <a:off x="9675465" y="4636740"/>
            <a:ext cx="7583835" cy="2150566"/>
          </a:xfrm>
          <a:prstGeom prst="roundRect">
            <a:avLst>
              <a:gd name="adj" fmla="val 2657"/>
            </a:avLst>
          </a:prstGeom>
          <a:solidFill>
            <a:srgbClr val="16202E"/>
          </a:solidFill>
          <a:ln/>
        </p:spPr>
      </p:sp>
      <p:sp>
        <p:nvSpPr>
          <p:cNvPr id="28" name="Text 26"/>
          <p:cNvSpPr/>
          <p:nvPr/>
        </p:nvSpPr>
        <p:spPr>
          <a:xfrm>
            <a:off x="9942165" y="4865340"/>
            <a:ext cx="7755478"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6FC3B2"/>
                </a:solidFill>
                <a:latin typeface="Noto Sans KR" pitchFamily="34" charset="0"/>
                <a:ea typeface="Noto Sans KR" pitchFamily="34" charset="-122"/>
                <a:cs typeface="Noto Sans KR" pitchFamily="34" charset="-120"/>
              </a:rPr>
              <a:t>가장 자주 사고 나는 지점 — 값이 없을 때</a:t>
            </a:r>
            <a:endParaRPr lang="en-US" sz="1800" dirty="0"/>
          </a:p>
        </p:txBody>
      </p:sp>
      <p:sp>
        <p:nvSpPr>
          <p:cNvPr id="29" name="Text 27"/>
          <p:cNvSpPr/>
          <p:nvPr/>
        </p:nvSpPr>
        <p:spPr>
          <a:xfrm>
            <a:off x="9942165" y="5313015"/>
            <a:ext cx="7755478" cy="423863"/>
          </a:xfrm>
          <a:prstGeom prst="rect">
            <a:avLst/>
          </a:prstGeom>
          <a:noFill/>
          <a:ln/>
        </p:spPr>
        <p:txBody>
          <a:bodyPr wrap="square" lIns="25400" tIns="25400" rIns="25400" bIns="25400" rtlCol="0" anchor="t">
            <a:normAutofit/>
          </a:bodyPr>
          <a:lstStyle/>
          <a:p>
            <a:pPr algn="l" indent="0" marL="0">
              <a:lnSpc>
                <a:spcPct val="103846"/>
              </a:lnSpc>
              <a:buNone/>
            </a:pPr>
            <a:r>
              <a:rPr lang="en-US" sz="2025" b="1" dirty="0">
                <a:solidFill>
                  <a:srgbClr val="F6F4EF"/>
                </a:solidFill>
                <a:latin typeface="Noto Sans KR" pitchFamily="34" charset="0"/>
                <a:ea typeface="Noto Sans KR" pitchFamily="34" charset="-122"/>
                <a:cs typeface="Noto Sans KR" pitchFamily="34" charset="-120"/>
              </a:rPr>
              <a:t>null </a:t>
            </a:r>
            <a:pPr algn="l" indent="0" marL="0">
              <a:lnSpc>
                <a:spcPct val="103846"/>
              </a:lnSpc>
              <a:buNone/>
            </a:pPr>
            <a:r>
              <a:rPr lang="en-US" sz="2025" dirty="0">
                <a:solidFill>
                  <a:srgbClr val="F6F4EF"/>
                </a:solidFill>
                <a:latin typeface="Noto Sans KR" pitchFamily="34" charset="0"/>
                <a:ea typeface="Noto Sans KR" pitchFamily="34" charset="-122"/>
                <a:cs typeface="Noto Sans KR" pitchFamily="34" charset="-120"/>
              </a:rPr>
              <a:t>= 그 칸이 비어 있다 / </a:t>
            </a:r>
            <a:pPr algn="l" indent="0" marL="0">
              <a:lnSpc>
                <a:spcPct val="103846"/>
              </a:lnSpc>
              <a:buNone/>
            </a:pPr>
            <a:r>
              <a:rPr lang="en-US" sz="2025" b="1" dirty="0">
                <a:solidFill>
                  <a:srgbClr val="F6F4EF"/>
                </a:solidFill>
                <a:latin typeface="Noto Sans KR" pitchFamily="34" charset="0"/>
                <a:ea typeface="Noto Sans KR" pitchFamily="34" charset="-122"/>
                <a:cs typeface="Noto Sans KR" pitchFamily="34" charset="-120"/>
              </a:rPr>
              <a:t>"미입력" </a:t>
            </a:r>
            <a:pPr algn="l" indent="0" marL="0">
              <a:lnSpc>
                <a:spcPct val="103846"/>
              </a:lnSpc>
              <a:buNone/>
            </a:pPr>
            <a:r>
              <a:rPr lang="en-US" sz="2025" dirty="0">
                <a:solidFill>
                  <a:srgbClr val="F6F4EF"/>
                </a:solidFill>
                <a:latin typeface="Noto Sans KR" pitchFamily="34" charset="0"/>
                <a:ea typeface="Noto Sans KR" pitchFamily="34" charset="-122"/>
                <a:cs typeface="Noto Sans KR" pitchFamily="34" charset="-120"/>
              </a:rPr>
              <a:t>= 애초에 등록하지 않았다</a:t>
            </a:r>
            <a:endParaRPr lang="en-US" sz="2025" dirty="0"/>
          </a:p>
        </p:txBody>
      </p:sp>
      <p:sp>
        <p:nvSpPr>
          <p:cNvPr id="30" name="Text 28"/>
          <p:cNvSpPr/>
          <p:nvPr/>
        </p:nvSpPr>
        <p:spPr>
          <a:xfrm>
            <a:off x="9942165" y="5813078"/>
            <a:ext cx="7261948" cy="783729"/>
          </a:xfrm>
          <a:prstGeom prst="rect">
            <a:avLst/>
          </a:prstGeom>
          <a:noFill/>
          <a:ln/>
        </p:spPr>
        <p:txBody>
          <a:bodyPr wrap="square" lIns="25400" tIns="25400" rIns="25400" bIns="25400" rtlCol="0" anchor="t">
            <a:normAutofit/>
          </a:bodyPr>
          <a:lstStyle/>
          <a:p>
            <a:pPr algn="l" indent="0" marL="0">
              <a:lnSpc>
                <a:spcPct val="100385"/>
              </a:lnSpc>
              <a:buNone/>
            </a:pPr>
            <a:r>
              <a:rPr lang="en-US" sz="2025" b="1" dirty="0">
                <a:solidFill>
                  <a:srgbClr val="6FC3B2"/>
                </a:solidFill>
                <a:latin typeface="Noto Sans KR" pitchFamily="34" charset="0"/>
                <a:ea typeface="Noto Sans KR" pitchFamily="34" charset="-122"/>
                <a:cs typeface="Noto Sans KR" pitchFamily="34" charset="-120"/>
              </a:rPr>
              <a:t>둘 다 "해당 없음"이 아니다 — 비어 있다는 사실 자체가 위반의 증거인 항목이 있다</a:t>
            </a:r>
            <a:endParaRPr lang="en-US" sz="202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1028700" y="800100"/>
            <a:ext cx="17853660" cy="390525"/>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0F6B5E"/>
                </a:solidFill>
                <a:latin typeface="Noto Sans KR" pitchFamily="34" charset="0"/>
                <a:ea typeface="Noto Sans KR" pitchFamily="34" charset="-122"/>
                <a:cs typeface="Noto Sans KR" pitchFamily="34" charset="-120"/>
              </a:rPr>
              <a:t>③ 법령 읽는 법과 금액 구간</a:t>
            </a:r>
            <a:endParaRPr lang="en-US" sz="1950" dirty="0"/>
          </a:p>
        </p:txBody>
      </p:sp>
      <p:sp>
        <p:nvSpPr>
          <p:cNvPr id="3" name="Text 1"/>
          <p:cNvSpPr/>
          <p:nvPr/>
        </p:nvSpPr>
        <p:spPr>
          <a:xfrm>
            <a:off x="1028700" y="1285875"/>
            <a:ext cx="16973550" cy="710059"/>
          </a:xfrm>
          <a:prstGeom prst="rect">
            <a:avLst/>
          </a:prstGeom>
          <a:noFill/>
          <a:ln/>
        </p:spPr>
        <p:txBody>
          <a:bodyPr wrap="square" lIns="25400" tIns="25400" rIns="25400" bIns="25400" rtlCol="0" anchor="t">
            <a:normAutofit/>
          </a:bodyPr>
          <a:lstStyle/>
          <a:p>
            <a:pPr algn="l" indent="0" marL="0">
              <a:lnSpc>
                <a:spcPct val="87111"/>
              </a:lnSpc>
              <a:buNone/>
            </a:pPr>
            <a:r>
              <a:rPr lang="en-US" sz="4200" b="1" spc="-42" kern="0" dirty="0">
                <a:solidFill>
                  <a:srgbClr val="16202E"/>
                </a:solidFill>
                <a:latin typeface="Noto Sans KR" pitchFamily="34" charset="0"/>
                <a:ea typeface="Noto Sans KR" pitchFamily="34" charset="-122"/>
                <a:cs typeface="Noto Sans KR" pitchFamily="34" charset="-120"/>
              </a:rPr>
              <a:t>조문은 모양이 정해져 있다 — 그 모양만 알면 된다</a:t>
            </a:r>
            <a:endParaRPr lang="en-US" sz="4200" dirty="0"/>
          </a:p>
        </p:txBody>
      </p:sp>
      <p:sp>
        <p:nvSpPr>
          <p:cNvPr id="4" name="Text 2"/>
          <p:cNvSpPr/>
          <p:nvPr/>
        </p:nvSpPr>
        <p:spPr>
          <a:xfrm>
            <a:off x="1028700" y="2281684"/>
            <a:ext cx="9176162"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0F6B5E"/>
                </a:solidFill>
                <a:latin typeface="Noto Sans KR" pitchFamily="34" charset="0"/>
                <a:ea typeface="Noto Sans KR" pitchFamily="34" charset="-122"/>
                <a:cs typeface="Noto Sans KR" pitchFamily="34" charset="-120"/>
              </a:rPr>
              <a:t>조문을 세 조각으로 분해한다</a:t>
            </a:r>
            <a:endParaRPr lang="en-US" sz="1800" dirty="0"/>
          </a:p>
        </p:txBody>
      </p:sp>
      <p:sp>
        <p:nvSpPr>
          <p:cNvPr id="5" name="Shape 3"/>
          <p:cNvSpPr/>
          <p:nvPr/>
        </p:nvSpPr>
        <p:spPr>
          <a:xfrm>
            <a:off x="1028700" y="2738884"/>
            <a:ext cx="8341965" cy="797123"/>
          </a:xfrm>
          <a:prstGeom prst="roundRect">
            <a:avLst>
              <a:gd name="adj" fmla="val 7170"/>
            </a:avLst>
          </a:prstGeom>
          <a:solidFill>
            <a:srgbClr val="FFFFFF"/>
          </a:solidFill>
          <a:ln w="9525">
            <a:solidFill>
              <a:srgbClr val="E3DED3"/>
            </a:solidFill>
            <a:prstDash val="solid"/>
          </a:ln>
        </p:spPr>
      </p:sp>
      <p:sp>
        <p:nvSpPr>
          <p:cNvPr id="6" name="Text 4"/>
          <p:cNvSpPr/>
          <p:nvPr/>
        </p:nvSpPr>
        <p:spPr>
          <a:xfrm>
            <a:off x="1304925" y="2957959"/>
            <a:ext cx="1219200" cy="390525"/>
          </a:xfrm>
          <a:prstGeom prst="rect">
            <a:avLst/>
          </a:prstGeom>
          <a:noFill/>
          <a:ln/>
        </p:spPr>
        <p:txBody>
          <a:bodyPr wrap="square" lIns="25400" tIns="25400" rIns="25400" bIns="25400" rtlCol="0" anchor="t">
            <a:normAutofit/>
          </a:bodyPr>
          <a:lstStyle/>
          <a:p>
            <a:pPr algn="l" indent="0" marL="0">
              <a:buNone/>
            </a:pPr>
            <a:r>
              <a:rPr lang="en-US" sz="1950" b="1" dirty="0">
                <a:solidFill>
                  <a:srgbClr val="0F6B5E"/>
                </a:solidFill>
                <a:latin typeface="Noto Sans KR" pitchFamily="34" charset="0"/>
                <a:ea typeface="Noto Sans KR" pitchFamily="34" charset="-122"/>
                <a:cs typeface="Noto Sans KR" pitchFamily="34" charset="-120"/>
              </a:rPr>
              <a:t>적용 대상</a:t>
            </a:r>
            <a:endParaRPr lang="en-US" sz="1950" dirty="0"/>
          </a:p>
        </p:txBody>
      </p:sp>
      <p:sp>
        <p:nvSpPr>
          <p:cNvPr id="7" name="Text 5"/>
          <p:cNvSpPr/>
          <p:nvPr/>
        </p:nvSpPr>
        <p:spPr>
          <a:xfrm>
            <a:off x="2638425" y="2957959"/>
            <a:ext cx="3951491" cy="397073"/>
          </a:xfrm>
          <a:prstGeom prst="rect">
            <a:avLst/>
          </a:prstGeom>
          <a:noFill/>
          <a:ln/>
        </p:spPr>
        <p:txBody>
          <a:bodyPr wrap="square" lIns="25400" tIns="25400" rIns="25400" bIns="25400" rtlCol="0" anchor="t">
            <a:normAutofit/>
          </a:bodyPr>
          <a:lstStyle/>
          <a:p>
            <a:pPr algn="l" indent="0" marL="0">
              <a:lnSpc>
                <a:spcPct val="101892"/>
              </a:lnSpc>
              <a:buNone/>
            </a:pPr>
            <a:r>
              <a:rPr lang="en-US" sz="1950" dirty="0">
                <a:solidFill>
                  <a:srgbClr val="3C4654"/>
                </a:solidFill>
                <a:latin typeface="Noto Sans KR" pitchFamily="34" charset="0"/>
                <a:ea typeface="Noto Sans KR" pitchFamily="34" charset="-122"/>
                <a:cs typeface="Noto Sans KR" pitchFamily="34" charset="-120"/>
              </a:rPr>
              <a:t>누구에게 · 어떤 계약에 적용되는가</a:t>
            </a:r>
            <a:endParaRPr lang="en-US" sz="1950" dirty="0"/>
          </a:p>
        </p:txBody>
      </p:sp>
      <p:sp>
        <p:nvSpPr>
          <p:cNvPr id="8" name="Shape 6"/>
          <p:cNvSpPr/>
          <p:nvPr/>
        </p:nvSpPr>
        <p:spPr>
          <a:xfrm>
            <a:off x="1028700" y="3659832"/>
            <a:ext cx="8341965" cy="797123"/>
          </a:xfrm>
          <a:prstGeom prst="roundRect">
            <a:avLst>
              <a:gd name="adj" fmla="val 7170"/>
            </a:avLst>
          </a:prstGeom>
          <a:solidFill>
            <a:srgbClr val="FFFFFF"/>
          </a:solidFill>
          <a:ln w="9525">
            <a:solidFill>
              <a:srgbClr val="E3DED3"/>
            </a:solidFill>
            <a:prstDash val="solid"/>
          </a:ln>
        </p:spPr>
      </p:sp>
      <p:sp>
        <p:nvSpPr>
          <p:cNvPr id="9" name="Text 7"/>
          <p:cNvSpPr/>
          <p:nvPr/>
        </p:nvSpPr>
        <p:spPr>
          <a:xfrm>
            <a:off x="1304925" y="3878907"/>
            <a:ext cx="1219200" cy="390525"/>
          </a:xfrm>
          <a:prstGeom prst="rect">
            <a:avLst/>
          </a:prstGeom>
          <a:noFill/>
          <a:ln/>
        </p:spPr>
        <p:txBody>
          <a:bodyPr wrap="square" lIns="25400" tIns="25400" rIns="25400" bIns="25400" rtlCol="0" anchor="t">
            <a:normAutofit/>
          </a:bodyPr>
          <a:lstStyle/>
          <a:p>
            <a:pPr algn="l" indent="0" marL="0">
              <a:buNone/>
            </a:pPr>
            <a:r>
              <a:rPr lang="en-US" sz="1950" b="1" dirty="0">
                <a:solidFill>
                  <a:srgbClr val="0F6B5E"/>
                </a:solidFill>
                <a:latin typeface="Noto Sans KR" pitchFamily="34" charset="0"/>
                <a:ea typeface="Noto Sans KR" pitchFamily="34" charset="-122"/>
                <a:cs typeface="Noto Sans KR" pitchFamily="34" charset="-120"/>
              </a:rPr>
              <a:t>본문 규칙</a:t>
            </a:r>
            <a:endParaRPr lang="en-US" sz="1950" dirty="0"/>
          </a:p>
        </p:txBody>
      </p:sp>
      <p:sp>
        <p:nvSpPr>
          <p:cNvPr id="10" name="Text 8"/>
          <p:cNvSpPr/>
          <p:nvPr/>
        </p:nvSpPr>
        <p:spPr>
          <a:xfrm>
            <a:off x="2638425" y="3878907"/>
            <a:ext cx="4073456" cy="397073"/>
          </a:xfrm>
          <a:prstGeom prst="rect">
            <a:avLst/>
          </a:prstGeom>
          <a:noFill/>
          <a:ln/>
        </p:spPr>
        <p:txBody>
          <a:bodyPr wrap="square" lIns="25400" tIns="25400" rIns="25400" bIns="25400" rtlCol="0" anchor="t">
            <a:normAutofit/>
          </a:bodyPr>
          <a:lstStyle/>
          <a:p>
            <a:pPr algn="l" indent="0" marL="0">
              <a:lnSpc>
                <a:spcPct val="101892"/>
              </a:lnSpc>
              <a:buNone/>
            </a:pPr>
            <a:r>
              <a:rPr lang="en-US" sz="1950" dirty="0">
                <a:solidFill>
                  <a:srgbClr val="3C4654"/>
                </a:solidFill>
                <a:latin typeface="Noto Sans KR" pitchFamily="34" charset="0"/>
                <a:ea typeface="Noto Sans KR" pitchFamily="34" charset="-122"/>
                <a:cs typeface="Noto Sans KR" pitchFamily="34" charset="-120"/>
              </a:rPr>
              <a:t>무엇을 해야 하는가 / 하면 안 되는가</a:t>
            </a:r>
            <a:endParaRPr lang="en-US" sz="1950" dirty="0"/>
          </a:p>
        </p:txBody>
      </p:sp>
      <p:sp>
        <p:nvSpPr>
          <p:cNvPr id="11" name="Shape 9"/>
          <p:cNvSpPr/>
          <p:nvPr/>
        </p:nvSpPr>
        <p:spPr>
          <a:xfrm>
            <a:off x="1028700" y="4580781"/>
            <a:ext cx="8341965" cy="1156097"/>
          </a:xfrm>
          <a:prstGeom prst="roundRect">
            <a:avLst>
              <a:gd name="adj" fmla="val 4943"/>
            </a:avLst>
          </a:prstGeom>
          <a:solidFill>
            <a:srgbClr val="FFFFFF"/>
          </a:solidFill>
          <a:ln w="9525">
            <a:solidFill>
              <a:srgbClr val="E3DED3"/>
            </a:solidFill>
            <a:prstDash val="solid"/>
          </a:ln>
        </p:spPr>
      </p:sp>
      <p:sp>
        <p:nvSpPr>
          <p:cNvPr id="12" name="Text 10"/>
          <p:cNvSpPr/>
          <p:nvPr/>
        </p:nvSpPr>
        <p:spPr>
          <a:xfrm>
            <a:off x="1304925" y="4799856"/>
            <a:ext cx="1219200" cy="390525"/>
          </a:xfrm>
          <a:prstGeom prst="rect">
            <a:avLst/>
          </a:prstGeom>
          <a:noFill/>
          <a:ln/>
        </p:spPr>
        <p:txBody>
          <a:bodyPr wrap="square" lIns="25400" tIns="25400" rIns="25400" bIns="25400" rtlCol="0" anchor="t">
            <a:normAutofit/>
          </a:bodyPr>
          <a:lstStyle/>
          <a:p>
            <a:pPr algn="l" indent="0" marL="0">
              <a:buNone/>
            </a:pPr>
            <a:r>
              <a:rPr lang="en-US" sz="1950" b="1" dirty="0">
                <a:solidFill>
                  <a:srgbClr val="A4402E"/>
                </a:solidFill>
                <a:latin typeface="Noto Sans KR" pitchFamily="34" charset="0"/>
                <a:ea typeface="Noto Sans KR" pitchFamily="34" charset="-122"/>
                <a:cs typeface="Noto Sans KR" pitchFamily="34" charset="-120"/>
              </a:rPr>
              <a:t>예외</a:t>
            </a:r>
            <a:endParaRPr lang="en-US" sz="1950" dirty="0"/>
          </a:p>
        </p:txBody>
      </p:sp>
      <p:sp>
        <p:nvSpPr>
          <p:cNvPr id="13" name="Text 11"/>
          <p:cNvSpPr/>
          <p:nvPr/>
        </p:nvSpPr>
        <p:spPr>
          <a:xfrm>
            <a:off x="2638425" y="4799856"/>
            <a:ext cx="6649696" cy="756047"/>
          </a:xfrm>
          <a:prstGeom prst="rect">
            <a:avLst/>
          </a:prstGeom>
          <a:noFill/>
          <a:ln/>
        </p:spPr>
        <p:txBody>
          <a:bodyPr wrap="square" lIns="25400" tIns="25400" rIns="25400" bIns="25400" rtlCol="0" anchor="t">
            <a:normAutofit/>
          </a:bodyPr>
          <a:lstStyle/>
          <a:p>
            <a:pPr algn="l" indent="0" marL="0">
              <a:lnSpc>
                <a:spcPct val="101892"/>
              </a:lnSpc>
              <a:buNone/>
            </a:pPr>
            <a:r>
              <a:rPr lang="en-US" sz="1950" b="1" dirty="0">
                <a:solidFill>
                  <a:srgbClr val="A4402E"/>
                </a:solidFill>
                <a:latin typeface="Noto Sans KR" pitchFamily="34" charset="0"/>
                <a:ea typeface="Noto Sans KR" pitchFamily="34" charset="-122"/>
                <a:cs typeface="Noto Sans KR" pitchFamily="34" charset="-120"/>
              </a:rPr>
              <a:t>"다만" </a:t>
            </a:r>
            <a:pPr algn="l" indent="0" marL="0">
              <a:lnSpc>
                <a:spcPct val="101892"/>
              </a:lnSpc>
              <a:buNone/>
            </a:pPr>
            <a:r>
              <a:rPr lang="en-US" sz="1950" dirty="0">
                <a:solidFill>
                  <a:srgbClr val="3C4654"/>
                </a:solidFill>
                <a:latin typeface="Noto Sans KR" pitchFamily="34" charset="0"/>
                <a:ea typeface="Noto Sans KR" pitchFamily="34" charset="-122"/>
                <a:cs typeface="Noto Sans KR" pitchFamily="34" charset="-120"/>
              </a:rPr>
              <a:t>으로 시작하면 앞의 규칙이 뒤집힌다 — 여기를 놓치면 판단이 반대로 나온다</a:t>
            </a:r>
            <a:endParaRPr lang="en-US" sz="1950" dirty="0"/>
          </a:p>
        </p:txBody>
      </p:sp>
      <p:sp>
        <p:nvSpPr>
          <p:cNvPr id="14" name="Shape 12"/>
          <p:cNvSpPr/>
          <p:nvPr/>
        </p:nvSpPr>
        <p:spPr>
          <a:xfrm>
            <a:off x="1028700" y="5860703"/>
            <a:ext cx="8341965" cy="1162050"/>
          </a:xfrm>
          <a:prstGeom prst="roundRect">
            <a:avLst>
              <a:gd name="adj" fmla="val 4918"/>
            </a:avLst>
          </a:prstGeom>
          <a:solidFill>
            <a:srgbClr val="16202E"/>
          </a:solidFill>
          <a:ln/>
        </p:spPr>
      </p:sp>
      <p:sp>
        <p:nvSpPr>
          <p:cNvPr id="15" name="Text 13"/>
          <p:cNvSpPr/>
          <p:nvPr/>
        </p:nvSpPr>
        <p:spPr>
          <a:xfrm>
            <a:off x="1295400" y="6070253"/>
            <a:ext cx="8058824" cy="781050"/>
          </a:xfrm>
          <a:prstGeom prst="rect">
            <a:avLst/>
          </a:prstGeom>
          <a:noFill/>
          <a:ln/>
        </p:spPr>
        <p:txBody>
          <a:bodyPr wrap="square" lIns="25400" tIns="25400" rIns="25400" bIns="25400" rtlCol="0" anchor="t">
            <a:normAutofit/>
          </a:bodyPr>
          <a:lstStyle/>
          <a:p>
            <a:pPr algn="l" indent="0" marL="0">
              <a:lnSpc>
                <a:spcPct val="105405"/>
              </a:lnSpc>
              <a:buNone/>
            </a:pPr>
            <a:r>
              <a:rPr lang="en-US" sz="1950" dirty="0">
                <a:solidFill>
                  <a:srgbClr val="F6F4EF"/>
                </a:solidFill>
                <a:highlight>
                  <a:srgbClr val="16202E"/>
                </a:highlight>
                <a:latin typeface="Noto Sans KR" pitchFamily="34" charset="0"/>
                <a:ea typeface="Noto Sans KR" pitchFamily="34" charset="-122"/>
                <a:cs typeface="Noto Sans KR" pitchFamily="34" charset="-120"/>
              </a:rPr>
              <a:t>번호가 붙은 목록(각 호)이 나오면 </a:t>
            </a:r>
            <a:pPr algn="l" indent="0" marL="0">
              <a:lnSpc>
                <a:spcPct val="105405"/>
              </a:lnSpc>
              <a:buNone/>
            </a:pPr>
            <a:r>
              <a:rPr lang="en-US" sz="1950" b="1" dirty="0">
                <a:solidFill>
                  <a:srgbClr val="6FC3B2"/>
                </a:solidFill>
                <a:latin typeface="Noto Sans KR" pitchFamily="34" charset="0"/>
                <a:ea typeface="Noto Sans KR" pitchFamily="34" charset="-122"/>
                <a:cs typeface="Noto Sans KR" pitchFamily="34" charset="-120"/>
              </a:rPr>
              <a:t>하나만 해당하면 되는지, 전부 해당해야 하는지 </a:t>
            </a:r>
            <a:pPr algn="l" indent="0" marL="0">
              <a:lnSpc>
                <a:spcPct val="105405"/>
              </a:lnSpc>
              <a:buNone/>
            </a:pPr>
            <a:r>
              <a:rPr lang="en-US" sz="1950" dirty="0">
                <a:solidFill>
                  <a:srgbClr val="F6F4EF"/>
                </a:solidFill>
                <a:highlight>
                  <a:srgbClr val="16202E"/>
                </a:highlight>
                <a:latin typeface="Noto Sans KR" pitchFamily="34" charset="0"/>
                <a:ea typeface="Noto Sans KR" pitchFamily="34" charset="-122"/>
                <a:cs typeface="Noto Sans KR" pitchFamily="34" charset="-120"/>
              </a:rPr>
              <a:t>를 반드시 확인한다</a:t>
            </a:r>
            <a:endParaRPr lang="en-US" sz="1950" dirty="0"/>
          </a:p>
        </p:txBody>
      </p:sp>
      <p:sp>
        <p:nvSpPr>
          <p:cNvPr id="16" name="Text 14"/>
          <p:cNvSpPr/>
          <p:nvPr/>
        </p:nvSpPr>
        <p:spPr>
          <a:xfrm>
            <a:off x="9675465" y="2281684"/>
            <a:ext cx="8342218"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0F6B5E"/>
                </a:solidFill>
                <a:latin typeface="Noto Sans KR" pitchFamily="34" charset="0"/>
                <a:ea typeface="Noto Sans KR" pitchFamily="34" charset="-122"/>
                <a:cs typeface="Noto Sans KR" pitchFamily="34" charset="-120"/>
              </a:rPr>
              <a:t>금액 구간 — 항목 이름에 계속 등장한다</a:t>
            </a:r>
            <a:endParaRPr lang="en-US" sz="1800" dirty="0"/>
          </a:p>
        </p:txBody>
      </p:sp>
      <p:sp>
        <p:nvSpPr>
          <p:cNvPr id="17" name="Shape 15"/>
          <p:cNvSpPr/>
          <p:nvPr/>
        </p:nvSpPr>
        <p:spPr>
          <a:xfrm>
            <a:off x="9675465" y="2738884"/>
            <a:ext cx="7583835" cy="1819275"/>
          </a:xfrm>
          <a:prstGeom prst="roundRect">
            <a:avLst>
              <a:gd name="adj" fmla="val 3141"/>
            </a:avLst>
          </a:prstGeom>
          <a:solidFill>
            <a:srgbClr val="FFFFFF"/>
          </a:solidFill>
          <a:ln w="9525">
            <a:solidFill>
              <a:srgbClr val="E3DED3"/>
            </a:solidFill>
            <a:prstDash val="solid"/>
          </a:ln>
        </p:spPr>
      </p:sp>
      <p:sp>
        <p:nvSpPr>
          <p:cNvPr id="18" name="Text 16"/>
          <p:cNvSpPr/>
          <p:nvPr/>
        </p:nvSpPr>
        <p:spPr>
          <a:xfrm>
            <a:off x="9951690" y="2977009"/>
            <a:ext cx="7734523" cy="409575"/>
          </a:xfrm>
          <a:prstGeom prst="rect">
            <a:avLst/>
          </a:prstGeom>
          <a:noFill/>
          <a:ln/>
        </p:spPr>
        <p:txBody>
          <a:bodyPr wrap="square" lIns="25400" tIns="25400" rIns="25400" bIns="25400" rtlCol="0" anchor="t">
            <a:normAutofit/>
          </a:bodyPr>
          <a:lstStyle/>
          <a:p>
            <a:pPr algn="l" indent="0" marL="0">
              <a:lnSpc>
                <a:spcPct val="105405"/>
              </a:lnSpc>
              <a:buNone/>
            </a:pPr>
            <a:r>
              <a:rPr lang="en-US" sz="1950" b="1" dirty="0">
                <a:solidFill>
                  <a:srgbClr val="16202E"/>
                </a:solidFill>
                <a:latin typeface="Noto Sans KR" pitchFamily="34" charset="0"/>
                <a:ea typeface="Noto Sans KR" pitchFamily="34" charset="-122"/>
                <a:cs typeface="Noto Sans KR" pitchFamily="34" charset="-120"/>
              </a:rPr>
              <a:t>고시금액 </a:t>
            </a:r>
            <a:pPr algn="l" indent="0" marL="0">
              <a:lnSpc>
                <a:spcPct val="105405"/>
              </a:lnSpc>
              <a:buNone/>
            </a:pPr>
            <a:r>
              <a:rPr lang="en-US" sz="1950" dirty="0">
                <a:solidFill>
                  <a:srgbClr val="3C4654"/>
                </a:solidFill>
                <a:latin typeface="Noto Sans KR" pitchFamily="34" charset="0"/>
                <a:ea typeface="Noto Sans KR" pitchFamily="34" charset="-122"/>
                <a:cs typeface="Noto Sans KR" pitchFamily="34" charset="-120"/>
              </a:rPr>
              <a:t>이상 / 미만 — 가장 자주 쓰이는 경계</a:t>
            </a:r>
            <a:endParaRPr lang="en-US" sz="1950" dirty="0"/>
          </a:p>
        </p:txBody>
      </p:sp>
      <p:sp>
        <p:nvSpPr>
          <p:cNvPr id="19" name="Text 17"/>
          <p:cNvSpPr/>
          <p:nvPr/>
        </p:nvSpPr>
        <p:spPr>
          <a:xfrm>
            <a:off x="9951690" y="3462784"/>
            <a:ext cx="7734523" cy="409575"/>
          </a:xfrm>
          <a:prstGeom prst="rect">
            <a:avLst/>
          </a:prstGeom>
          <a:noFill/>
          <a:ln/>
        </p:spPr>
        <p:txBody>
          <a:bodyPr wrap="square" lIns="25400" tIns="25400" rIns="25400" bIns="25400" rtlCol="0" anchor="t">
            <a:normAutofit/>
          </a:bodyPr>
          <a:lstStyle/>
          <a:p>
            <a:pPr algn="l" indent="0" marL="0">
              <a:lnSpc>
                <a:spcPct val="105405"/>
              </a:lnSpc>
              <a:buNone/>
            </a:pPr>
            <a:r>
              <a:rPr lang="en-US" sz="1950" b="1" dirty="0">
                <a:solidFill>
                  <a:srgbClr val="16202E"/>
                </a:solidFill>
                <a:latin typeface="Noto Sans KR" pitchFamily="34" charset="0"/>
                <a:ea typeface="Noto Sans KR" pitchFamily="34" charset="-122"/>
                <a:cs typeface="Noto Sans KR" pitchFamily="34" charset="-120"/>
              </a:rPr>
              <a:t>1억원 </a:t>
            </a:r>
            <a:pPr algn="l" indent="0" marL="0">
              <a:lnSpc>
                <a:spcPct val="105405"/>
              </a:lnSpc>
              <a:buNone/>
            </a:pPr>
            <a:r>
              <a:rPr lang="en-US" sz="1950" dirty="0">
                <a:solidFill>
                  <a:srgbClr val="3C4654"/>
                </a:solidFill>
                <a:latin typeface="Noto Sans KR" pitchFamily="34" charset="0"/>
                <a:ea typeface="Noto Sans KR" pitchFamily="34" charset="-122"/>
                <a:cs typeface="Noto Sans KR" pitchFamily="34" charset="-120"/>
              </a:rPr>
              <a:t>이상 / 미만 — 중소기업·소기업 제한 항목의 경계</a:t>
            </a:r>
            <a:endParaRPr lang="en-US" sz="1950" dirty="0"/>
          </a:p>
        </p:txBody>
      </p:sp>
      <p:sp>
        <p:nvSpPr>
          <p:cNvPr id="20" name="Text 18"/>
          <p:cNvSpPr/>
          <p:nvPr/>
        </p:nvSpPr>
        <p:spPr>
          <a:xfrm>
            <a:off x="9951690" y="3948559"/>
            <a:ext cx="7734523" cy="409575"/>
          </a:xfrm>
          <a:prstGeom prst="rect">
            <a:avLst/>
          </a:prstGeom>
          <a:noFill/>
          <a:ln/>
        </p:spPr>
        <p:txBody>
          <a:bodyPr wrap="square" lIns="25400" tIns="25400" rIns="25400" bIns="25400" rtlCol="0" anchor="t">
            <a:normAutofit/>
          </a:bodyPr>
          <a:lstStyle/>
          <a:p>
            <a:pPr algn="l" indent="0" marL="0">
              <a:lnSpc>
                <a:spcPct val="105405"/>
              </a:lnSpc>
              <a:buNone/>
            </a:pPr>
            <a:r>
              <a:rPr lang="en-US" sz="1950" b="1" dirty="0">
                <a:solidFill>
                  <a:srgbClr val="16202E"/>
                </a:solidFill>
                <a:latin typeface="Noto Sans KR" pitchFamily="34" charset="0"/>
                <a:ea typeface="Noto Sans KR" pitchFamily="34" charset="-122"/>
                <a:cs typeface="Noto Sans KR" pitchFamily="34" charset="-120"/>
              </a:rPr>
              <a:t>배수 </a:t>
            </a:r>
            <a:pPr algn="l" indent="0" marL="0">
              <a:lnSpc>
                <a:spcPct val="105405"/>
              </a:lnSpc>
              <a:buNone/>
            </a:pPr>
            <a:r>
              <a:rPr lang="en-US" sz="1950" dirty="0">
                <a:solidFill>
                  <a:srgbClr val="3C4654"/>
                </a:solidFill>
                <a:latin typeface="Noto Sans KR" pitchFamily="34" charset="0"/>
                <a:ea typeface="Noto Sans KR" pitchFamily="34" charset="-122"/>
                <a:cs typeface="Noto Sans KR" pitchFamily="34" charset="-120"/>
              </a:rPr>
              <a:t>— 실적제한이 계약 규모의 몇 배까지 허용되는가</a:t>
            </a:r>
            <a:endParaRPr lang="en-US" sz="1950" dirty="0"/>
          </a:p>
        </p:txBody>
      </p:sp>
      <p:sp>
        <p:nvSpPr>
          <p:cNvPr id="21" name="Shape 19"/>
          <p:cNvSpPr/>
          <p:nvPr/>
        </p:nvSpPr>
        <p:spPr>
          <a:xfrm>
            <a:off x="9675465" y="4681984"/>
            <a:ext cx="7583835" cy="1123950"/>
          </a:xfrm>
          <a:prstGeom prst="roundRect">
            <a:avLst>
              <a:gd name="adj" fmla="val 5085"/>
            </a:avLst>
          </a:prstGeom>
          <a:solidFill>
            <a:srgbClr val="EDE9E0"/>
          </a:solidFill>
          <a:ln/>
        </p:spPr>
      </p:sp>
      <p:sp>
        <p:nvSpPr>
          <p:cNvPr id="22" name="Text 20"/>
          <p:cNvSpPr/>
          <p:nvPr/>
        </p:nvSpPr>
        <p:spPr>
          <a:xfrm>
            <a:off x="9942165" y="4872484"/>
            <a:ext cx="7277950" cy="781050"/>
          </a:xfrm>
          <a:prstGeom prst="rect">
            <a:avLst/>
          </a:prstGeom>
          <a:noFill/>
          <a:ln/>
        </p:spPr>
        <p:txBody>
          <a:bodyPr wrap="square" lIns="25400" tIns="25400" rIns="25400" bIns="25400" rtlCol="0" anchor="t">
            <a:normAutofit/>
          </a:bodyPr>
          <a:lstStyle/>
          <a:p>
            <a:pPr algn="l" indent="0" marL="0">
              <a:lnSpc>
                <a:spcPct val="105405"/>
              </a:lnSpc>
              <a:buNone/>
            </a:pPr>
            <a:r>
              <a:rPr lang="en-US" sz="1950" dirty="0">
                <a:solidFill>
                  <a:srgbClr val="3C4654"/>
                </a:solidFill>
                <a:highlight>
                  <a:srgbClr val="EDE9E0"/>
                </a:highlight>
                <a:latin typeface="Noto Sans KR" pitchFamily="34" charset="0"/>
                <a:ea typeface="Noto Sans KR" pitchFamily="34" charset="-122"/>
                <a:cs typeface="Noto Sans KR" pitchFamily="34" charset="-120"/>
              </a:rPr>
              <a:t>같은 행위라도 </a:t>
            </a:r>
            <a:pPr algn="l" indent="0" marL="0">
              <a:lnSpc>
                <a:spcPct val="105405"/>
              </a:lnSpc>
              <a:buNone/>
            </a:pPr>
            <a:r>
              <a:rPr lang="en-US" sz="1950" b="1" dirty="0">
                <a:solidFill>
                  <a:srgbClr val="16202E"/>
                </a:solidFill>
                <a:latin typeface="Noto Sans KR" pitchFamily="34" charset="0"/>
                <a:ea typeface="Noto Sans KR" pitchFamily="34" charset="-122"/>
                <a:cs typeface="Noto Sans KR" pitchFamily="34" charset="-120"/>
              </a:rPr>
              <a:t>금액이 얼마인지에 따라 </a:t>
            </a:r>
            <a:pPr algn="l" indent="0" marL="0">
              <a:lnSpc>
                <a:spcPct val="105405"/>
              </a:lnSpc>
              <a:buNone/>
            </a:pPr>
            <a:r>
              <a:rPr lang="en-US" sz="1950" dirty="0">
                <a:solidFill>
                  <a:srgbClr val="3C4654"/>
                </a:solidFill>
                <a:highlight>
                  <a:srgbClr val="EDE9E0"/>
                </a:highlight>
                <a:latin typeface="Noto Sans KR" pitchFamily="34" charset="0"/>
                <a:ea typeface="Noto Sans KR" pitchFamily="34" charset="-122"/>
                <a:cs typeface="Noto Sans KR" pitchFamily="34" charset="-120"/>
              </a:rPr>
              <a:t>위반이 되기도 하고 안 되기도 한다 → 금액을 먼저 확인하고 조건을 본다</a:t>
            </a:r>
            <a:endParaRPr lang="en-US" sz="1950" dirty="0"/>
          </a:p>
        </p:txBody>
      </p:sp>
      <p:sp>
        <p:nvSpPr>
          <p:cNvPr id="23" name="Shape 21"/>
          <p:cNvSpPr/>
          <p:nvPr/>
        </p:nvSpPr>
        <p:spPr>
          <a:xfrm>
            <a:off x="9675465" y="5929759"/>
            <a:ext cx="7583835" cy="1090613"/>
          </a:xfrm>
          <a:prstGeom prst="roundRect">
            <a:avLst>
              <a:gd name="adj" fmla="val 5240"/>
            </a:avLst>
          </a:prstGeom>
          <a:solidFill>
            <a:srgbClr val="FFFFFF"/>
          </a:solidFill>
          <a:ln w="9525">
            <a:solidFill>
              <a:srgbClr val="E1B9B1"/>
            </a:solidFill>
            <a:prstDash val="solid"/>
          </a:ln>
        </p:spPr>
      </p:sp>
      <p:sp>
        <p:nvSpPr>
          <p:cNvPr id="24" name="Text 22"/>
          <p:cNvSpPr/>
          <p:nvPr/>
        </p:nvSpPr>
        <p:spPr>
          <a:xfrm>
            <a:off x="9951690" y="6129784"/>
            <a:ext cx="7258900" cy="728662"/>
          </a:xfrm>
          <a:prstGeom prst="rect">
            <a:avLst/>
          </a:prstGeom>
          <a:noFill/>
          <a:ln/>
        </p:spPr>
        <p:txBody>
          <a:bodyPr wrap="square" lIns="25400" tIns="25400" rIns="25400" bIns="25400" rtlCol="0" anchor="t">
            <a:normAutofit/>
          </a:bodyPr>
          <a:lstStyle/>
          <a:p>
            <a:pPr algn="l" indent="0" marL="0">
              <a:lnSpc>
                <a:spcPct val="100694"/>
              </a:lnSpc>
              <a:buNone/>
            </a:pPr>
            <a:r>
              <a:rPr lang="en-US" sz="1875" b="1" dirty="0">
                <a:solidFill>
                  <a:srgbClr val="A4402E"/>
                </a:solidFill>
                <a:latin typeface="Noto Sans KR" pitchFamily="34" charset="0"/>
                <a:ea typeface="Noto Sans KR" pitchFamily="34" charset="-122"/>
                <a:cs typeface="Noto Sans KR" pitchFamily="34" charset="-120"/>
              </a:rPr>
              <a:t>정확한 금액 숫자는 이 슬라이드에 적지 않았다 — 배포된 법령 패키지·고시에서 직접 확인한다. 기억으로 쓰면 틀린다.</a:t>
            </a:r>
            <a:endParaRPr lang="en-US" sz="187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1028700" y="838200"/>
            <a:ext cx="17853660" cy="390525"/>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0F6B5E"/>
                </a:solidFill>
                <a:latin typeface="Noto Sans KR" pitchFamily="34" charset="0"/>
                <a:ea typeface="Noto Sans KR" pitchFamily="34" charset="-122"/>
                <a:cs typeface="Noto Sans KR" pitchFamily="34" charset="-120"/>
              </a:rPr>
              <a:t>④ LLM 기초 — 토큰과 컨텍스트 길이</a:t>
            </a:r>
            <a:endParaRPr lang="en-US" sz="1950" dirty="0"/>
          </a:p>
        </p:txBody>
      </p:sp>
      <p:sp>
        <p:nvSpPr>
          <p:cNvPr id="3" name="Text 1"/>
          <p:cNvSpPr/>
          <p:nvPr/>
        </p:nvSpPr>
        <p:spPr>
          <a:xfrm>
            <a:off x="1028700" y="1343025"/>
            <a:ext cx="16973550" cy="734169"/>
          </a:xfrm>
          <a:prstGeom prst="rect">
            <a:avLst/>
          </a:prstGeom>
          <a:noFill/>
          <a:ln/>
        </p:spPr>
        <p:txBody>
          <a:bodyPr wrap="square" lIns="25400" tIns="25400" rIns="25400" bIns="25400" rtlCol="0" anchor="t">
            <a:normAutofit/>
          </a:bodyPr>
          <a:lstStyle/>
          <a:p>
            <a:pPr algn="l" indent="0" marL="0">
              <a:lnSpc>
                <a:spcPct val="87000"/>
              </a:lnSpc>
              <a:buNone/>
            </a:pPr>
            <a:r>
              <a:rPr lang="en-US" sz="4350" b="1" spc="-43" kern="0" dirty="0">
                <a:solidFill>
                  <a:srgbClr val="16202E"/>
                </a:solidFill>
                <a:latin typeface="Noto Sans KR" pitchFamily="34" charset="0"/>
                <a:ea typeface="Noto Sans KR" pitchFamily="34" charset="-122"/>
                <a:cs typeface="Noto Sans KR" pitchFamily="34" charset="-120"/>
              </a:rPr>
              <a:t>모델이 한 번에 읽는 양에는 상한이 있고, 우리는 그 예산을 나눠 쓴다</a:t>
            </a:r>
            <a:endParaRPr lang="en-US" sz="4350" dirty="0"/>
          </a:p>
        </p:txBody>
      </p:sp>
      <p:sp>
        <p:nvSpPr>
          <p:cNvPr id="4" name="Shape 2"/>
          <p:cNvSpPr/>
          <p:nvPr/>
        </p:nvSpPr>
        <p:spPr>
          <a:xfrm>
            <a:off x="1028700" y="2401044"/>
            <a:ext cx="7759303" cy="2162175"/>
          </a:xfrm>
          <a:prstGeom prst="roundRect">
            <a:avLst>
              <a:gd name="adj" fmla="val 2643"/>
            </a:avLst>
          </a:prstGeom>
          <a:solidFill>
            <a:srgbClr val="FFFFFF"/>
          </a:solidFill>
          <a:ln w="9525">
            <a:solidFill>
              <a:srgbClr val="E3DED3"/>
            </a:solidFill>
            <a:prstDash val="solid"/>
          </a:ln>
        </p:spPr>
      </p:sp>
      <p:sp>
        <p:nvSpPr>
          <p:cNvPr id="5" name="Text 3"/>
          <p:cNvSpPr/>
          <p:nvPr/>
        </p:nvSpPr>
        <p:spPr>
          <a:xfrm>
            <a:off x="1323975" y="2658219"/>
            <a:ext cx="7885628"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0F6B5E"/>
                </a:solidFill>
                <a:latin typeface="Noto Sans KR" pitchFamily="34" charset="0"/>
                <a:ea typeface="Noto Sans KR" pitchFamily="34" charset="-122"/>
                <a:cs typeface="Noto Sans KR" pitchFamily="34" charset="-120"/>
              </a:rPr>
              <a:t>토큰이란</a:t>
            </a:r>
            <a:endParaRPr lang="en-US" sz="1800" dirty="0"/>
          </a:p>
        </p:txBody>
      </p:sp>
      <p:sp>
        <p:nvSpPr>
          <p:cNvPr id="6" name="Text 4"/>
          <p:cNvSpPr/>
          <p:nvPr/>
        </p:nvSpPr>
        <p:spPr>
          <a:xfrm>
            <a:off x="1323975" y="3105894"/>
            <a:ext cx="7383816" cy="1238250"/>
          </a:xfrm>
          <a:prstGeom prst="rect">
            <a:avLst/>
          </a:prstGeom>
          <a:noFill/>
          <a:ln/>
        </p:spPr>
        <p:txBody>
          <a:bodyPr wrap="square" lIns="25400" tIns="25400" rIns="25400" bIns="25400" rtlCol="0" anchor="t">
            <a:normAutofit/>
          </a:bodyPr>
          <a:lstStyle/>
          <a:p>
            <a:pPr algn="l" indent="0" marL="0">
              <a:lnSpc>
                <a:spcPct val="105000"/>
              </a:lnSpc>
              <a:buNone/>
            </a:pPr>
            <a:r>
              <a:rPr lang="en-US" sz="2100" dirty="0">
                <a:solidFill>
                  <a:srgbClr val="3C4654"/>
                </a:solidFill>
                <a:latin typeface="Noto Sans KR" pitchFamily="34" charset="0"/>
                <a:ea typeface="Noto Sans KR" pitchFamily="34" charset="-122"/>
                <a:cs typeface="Noto Sans KR" pitchFamily="34" charset="-120"/>
              </a:rPr>
              <a:t>모델은 글을 통째로 읽지 않고 잘게 쪼개서 센다. 그 조각이 토큰이다. </a:t>
            </a:r>
            <a:pPr algn="l" indent="0" marL="0">
              <a:lnSpc>
                <a:spcPct val="105000"/>
              </a:lnSpc>
              <a:buNone/>
            </a:pPr>
            <a:r>
              <a:rPr lang="en-US" sz="2100" b="1" dirty="0">
                <a:solidFill>
                  <a:srgbClr val="16202E"/>
                </a:solidFill>
                <a:latin typeface="Noto Sans KR" pitchFamily="34" charset="0"/>
                <a:ea typeface="Noto Sans KR" pitchFamily="34" charset="-122"/>
                <a:cs typeface="Noto Sans KR" pitchFamily="34" charset="-120"/>
              </a:rPr>
              <a:t>한글은 대략 한 글자 ≒ 한 토큰 </a:t>
            </a:r>
            <a:pPr algn="l" indent="0" marL="0">
              <a:lnSpc>
                <a:spcPct val="105000"/>
              </a:lnSpc>
              <a:buNone/>
            </a:pPr>
            <a:r>
              <a:rPr lang="en-US" sz="2100" dirty="0">
                <a:solidFill>
                  <a:srgbClr val="3C4654"/>
                </a:solidFill>
                <a:latin typeface="Noto Sans KR" pitchFamily="34" charset="0"/>
                <a:ea typeface="Noto Sans KR" pitchFamily="34" charset="-122"/>
                <a:cs typeface="Noto Sans KR" pitchFamily="34" charset="-120"/>
              </a:rPr>
              <a:t>정도로 감을 잡으면 충분하다.</a:t>
            </a:r>
            <a:endParaRPr lang="en-US" sz="2100" dirty="0"/>
          </a:p>
        </p:txBody>
      </p:sp>
      <p:sp>
        <p:nvSpPr>
          <p:cNvPr id="7" name="Shape 5"/>
          <p:cNvSpPr/>
          <p:nvPr/>
        </p:nvSpPr>
        <p:spPr>
          <a:xfrm>
            <a:off x="1028700" y="4715619"/>
            <a:ext cx="7759303" cy="2216348"/>
          </a:xfrm>
          <a:prstGeom prst="roundRect">
            <a:avLst>
              <a:gd name="adj" fmla="val 2579"/>
            </a:avLst>
          </a:prstGeom>
          <a:solidFill>
            <a:srgbClr val="16202E"/>
          </a:solidFill>
          <a:ln/>
        </p:spPr>
      </p:sp>
      <p:sp>
        <p:nvSpPr>
          <p:cNvPr id="8" name="Text 6"/>
          <p:cNvSpPr/>
          <p:nvPr/>
        </p:nvSpPr>
        <p:spPr>
          <a:xfrm>
            <a:off x="1314450" y="4963269"/>
            <a:ext cx="7906583"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6FC3B2"/>
                </a:solidFill>
                <a:latin typeface="Noto Sans KR" pitchFamily="34" charset="0"/>
                <a:ea typeface="Noto Sans KR" pitchFamily="34" charset="-122"/>
                <a:cs typeface="Noto Sans KR" pitchFamily="34" charset="-120"/>
              </a:rPr>
              <a:t>예산을 넘기면 어떻게 되는가</a:t>
            </a:r>
            <a:endParaRPr lang="en-US" sz="1800" dirty="0"/>
          </a:p>
        </p:txBody>
      </p:sp>
      <p:sp>
        <p:nvSpPr>
          <p:cNvPr id="9" name="Text 7"/>
          <p:cNvSpPr/>
          <p:nvPr/>
        </p:nvSpPr>
        <p:spPr>
          <a:xfrm>
            <a:off x="1314450" y="5410944"/>
            <a:ext cx="7403437" cy="838200"/>
          </a:xfrm>
          <a:prstGeom prst="rect">
            <a:avLst/>
          </a:prstGeom>
          <a:noFill/>
          <a:ln/>
        </p:spPr>
        <p:txBody>
          <a:bodyPr wrap="square" lIns="25400" tIns="25400" rIns="25400" bIns="25400" rtlCol="0" anchor="t">
            <a:normAutofit/>
          </a:bodyPr>
          <a:lstStyle/>
          <a:p>
            <a:pPr algn="l" indent="0" marL="0">
              <a:lnSpc>
                <a:spcPct val="105000"/>
              </a:lnSpc>
              <a:buNone/>
            </a:pPr>
            <a:r>
              <a:rPr lang="en-US" sz="2100" dirty="0">
                <a:solidFill>
                  <a:srgbClr val="F6F4EF"/>
                </a:solidFill>
                <a:latin typeface="Noto Sans KR" pitchFamily="34" charset="0"/>
                <a:ea typeface="Noto Sans KR" pitchFamily="34" charset="-122"/>
                <a:cs typeface="Noto Sans KR" pitchFamily="34" charset="-120"/>
              </a:rPr>
              <a:t>뒤쪽 첨부부터 잘려 나간다 → 중요한 문서가 뒤에 있으면 모델이 </a:t>
            </a:r>
            <a:pPr algn="l" indent="0" marL="0">
              <a:lnSpc>
                <a:spcPct val="105000"/>
              </a:lnSpc>
              <a:buNone/>
            </a:pPr>
            <a:r>
              <a:rPr lang="en-US" sz="2100" b="1" dirty="0">
                <a:solidFill>
                  <a:srgbClr val="6FC3B2"/>
                </a:solidFill>
                <a:latin typeface="Noto Sans KR" pitchFamily="34" charset="0"/>
                <a:ea typeface="Noto Sans KR" pitchFamily="34" charset="-122"/>
                <a:cs typeface="Noto Sans KR" pitchFamily="34" charset="-120"/>
              </a:rPr>
              <a:t>아예 보지 못한다</a:t>
            </a:r>
            <a:endParaRPr lang="en-US" sz="2100" dirty="0"/>
          </a:p>
        </p:txBody>
      </p:sp>
      <p:sp>
        <p:nvSpPr>
          <p:cNvPr id="10" name="Text 8"/>
          <p:cNvSpPr/>
          <p:nvPr/>
        </p:nvSpPr>
        <p:spPr>
          <a:xfrm>
            <a:off x="1314450" y="6325344"/>
            <a:ext cx="7906583" cy="397073"/>
          </a:xfrm>
          <a:prstGeom prst="rect">
            <a:avLst/>
          </a:prstGeom>
          <a:noFill/>
          <a:ln/>
        </p:spPr>
        <p:txBody>
          <a:bodyPr wrap="square" lIns="25400" tIns="25400" rIns="25400" bIns="25400" rtlCol="0" anchor="t">
            <a:normAutofit/>
          </a:bodyPr>
          <a:lstStyle/>
          <a:p>
            <a:pPr algn="l" indent="0" marL="0">
              <a:lnSpc>
                <a:spcPct val="101892"/>
              </a:lnSpc>
              <a:buNone/>
            </a:pPr>
            <a:r>
              <a:rPr lang="en-US" sz="1950" dirty="0">
                <a:solidFill>
                  <a:srgbClr val="C6CEDA"/>
                </a:solidFill>
                <a:latin typeface="Noto Sans KR" pitchFamily="34" charset="0"/>
                <a:ea typeface="Noto Sans KR" pitchFamily="34" charset="-122"/>
                <a:cs typeface="Noto Sans KR" pitchFamily="34" charset="-120"/>
              </a:rPr>
              <a:t>"첨부에만 위반이 있는 항목"이 바로 여기서 틀린다</a:t>
            </a:r>
            <a:endParaRPr lang="en-US" sz="1950" dirty="0"/>
          </a:p>
        </p:txBody>
      </p:sp>
      <p:sp>
        <p:nvSpPr>
          <p:cNvPr id="11" name="Shape 9"/>
          <p:cNvSpPr/>
          <p:nvPr/>
        </p:nvSpPr>
        <p:spPr>
          <a:xfrm>
            <a:off x="9111853" y="2401044"/>
            <a:ext cx="8147447" cy="5418534"/>
          </a:xfrm>
          <a:prstGeom prst="roundRect">
            <a:avLst>
              <a:gd name="adj" fmla="val 1055"/>
            </a:avLst>
          </a:prstGeom>
          <a:solidFill>
            <a:srgbClr val="FFFFFF"/>
          </a:solidFill>
          <a:ln w="9525">
            <a:solidFill>
              <a:srgbClr val="E3DED3"/>
            </a:solidFill>
            <a:prstDash val="solid"/>
          </a:ln>
        </p:spPr>
      </p:sp>
      <p:sp>
        <p:nvSpPr>
          <p:cNvPr id="12" name="Text 10"/>
          <p:cNvSpPr/>
          <p:nvPr/>
        </p:nvSpPr>
        <p:spPr>
          <a:xfrm>
            <a:off x="9407128" y="2658219"/>
            <a:ext cx="8312587"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0F6B5E"/>
                </a:solidFill>
                <a:latin typeface="Noto Sans KR" pitchFamily="34" charset="0"/>
                <a:ea typeface="Noto Sans KR" pitchFamily="34" charset="-122"/>
                <a:cs typeface="Noto Sans KR" pitchFamily="34" charset="-120"/>
              </a:rPr>
              <a:t>우리 예산 계산 (베이스라인 설정)</a:t>
            </a:r>
            <a:endParaRPr lang="en-US" sz="1800" dirty="0"/>
          </a:p>
        </p:txBody>
      </p:sp>
      <p:sp>
        <p:nvSpPr>
          <p:cNvPr id="13" name="Shape 11"/>
          <p:cNvSpPr/>
          <p:nvPr/>
        </p:nvSpPr>
        <p:spPr>
          <a:xfrm>
            <a:off x="9407128" y="3658344"/>
            <a:ext cx="7556897" cy="9525"/>
          </a:xfrm>
          <a:prstGeom prst="rect">
            <a:avLst/>
          </a:prstGeom>
          <a:solidFill>
            <a:srgbClr val="DCD7CC"/>
          </a:solidFill>
          <a:ln/>
        </p:spPr>
      </p:sp>
      <p:sp>
        <p:nvSpPr>
          <p:cNvPr id="14" name="Text 12"/>
          <p:cNvSpPr/>
          <p:nvPr/>
        </p:nvSpPr>
        <p:spPr>
          <a:xfrm>
            <a:off x="9407128" y="3182094"/>
            <a:ext cx="2811408" cy="390525"/>
          </a:xfrm>
          <a:prstGeom prst="rect">
            <a:avLst/>
          </a:prstGeom>
          <a:noFill/>
          <a:ln/>
        </p:spPr>
        <p:txBody>
          <a:bodyPr wrap="square" lIns="25400" tIns="25400" rIns="25400" bIns="25400" rtlCol="0" anchor="t">
            <a:normAutofit/>
          </a:bodyPr>
          <a:lstStyle/>
          <a:p>
            <a:pPr algn="l" indent="0" marL="0">
              <a:buNone/>
            </a:pPr>
            <a:r>
              <a:rPr lang="en-US" sz="1950" dirty="0">
                <a:solidFill>
                  <a:srgbClr val="3C4654"/>
                </a:solidFill>
                <a:latin typeface="Noto Sans KR" pitchFamily="34" charset="0"/>
                <a:ea typeface="Noto Sans KR" pitchFamily="34" charset="-122"/>
                <a:cs typeface="Noto Sans KR" pitchFamily="34" charset="-120"/>
              </a:rPr>
              <a:t>모델이 한 번에 읽는 상한</a:t>
            </a:r>
            <a:endParaRPr lang="en-US" sz="1950" dirty="0"/>
          </a:p>
        </p:txBody>
      </p:sp>
      <p:sp>
        <p:nvSpPr>
          <p:cNvPr id="15" name="Text 13"/>
          <p:cNvSpPr/>
          <p:nvPr/>
        </p:nvSpPr>
        <p:spPr>
          <a:xfrm>
            <a:off x="15965388" y="3115419"/>
            <a:ext cx="1074837" cy="476250"/>
          </a:xfrm>
          <a:prstGeom prst="rect">
            <a:avLst/>
          </a:prstGeom>
          <a:noFill/>
          <a:ln/>
        </p:spPr>
        <p:txBody>
          <a:bodyPr wrap="square" lIns="25400" tIns="25400" rIns="25400" bIns="25400" rtlCol="0" anchor="t">
            <a:normAutofit/>
          </a:bodyPr>
          <a:lstStyle/>
          <a:p>
            <a:pPr algn="l" indent="0" marL="0">
              <a:buNone/>
            </a:pPr>
            <a:r>
              <a:rPr lang="en-US" sz="2400" b="1" dirty="0">
                <a:solidFill>
                  <a:srgbClr val="16202E"/>
                </a:solidFill>
                <a:latin typeface="Noto Sans KR" pitchFamily="34" charset="0"/>
                <a:ea typeface="Noto Sans KR" pitchFamily="34" charset="-122"/>
                <a:cs typeface="Noto Sans KR" pitchFamily="34" charset="-120"/>
              </a:rPr>
              <a:t>16,384</a:t>
            </a:r>
            <a:endParaRPr lang="en-US" sz="2400" dirty="0"/>
          </a:p>
        </p:txBody>
      </p:sp>
      <p:sp>
        <p:nvSpPr>
          <p:cNvPr id="16" name="Shape 14"/>
          <p:cNvSpPr/>
          <p:nvPr/>
        </p:nvSpPr>
        <p:spPr>
          <a:xfrm>
            <a:off x="9407128" y="4334619"/>
            <a:ext cx="7556897" cy="9525"/>
          </a:xfrm>
          <a:prstGeom prst="rect">
            <a:avLst/>
          </a:prstGeom>
          <a:solidFill>
            <a:srgbClr val="DCD7CC"/>
          </a:solidFill>
          <a:ln/>
        </p:spPr>
      </p:sp>
      <p:sp>
        <p:nvSpPr>
          <p:cNvPr id="17" name="Text 15"/>
          <p:cNvSpPr/>
          <p:nvPr/>
        </p:nvSpPr>
        <p:spPr>
          <a:xfrm>
            <a:off x="9407128" y="3858369"/>
            <a:ext cx="2484477" cy="390525"/>
          </a:xfrm>
          <a:prstGeom prst="rect">
            <a:avLst/>
          </a:prstGeom>
          <a:noFill/>
          <a:ln/>
        </p:spPr>
        <p:txBody>
          <a:bodyPr wrap="square" lIns="25400" tIns="25400" rIns="25400" bIns="25400" rtlCol="0" anchor="t">
            <a:normAutofit/>
          </a:bodyPr>
          <a:lstStyle/>
          <a:p>
            <a:pPr algn="l" indent="0" marL="0">
              <a:buNone/>
            </a:pPr>
            <a:r>
              <a:rPr lang="en-US" sz="1950" dirty="0">
                <a:solidFill>
                  <a:srgbClr val="3C4654"/>
                </a:solidFill>
                <a:latin typeface="Noto Sans KR" pitchFamily="34" charset="0"/>
                <a:ea typeface="Noto Sans KR" pitchFamily="34" charset="-122"/>
                <a:cs typeface="Noto Sans KR" pitchFamily="34" charset="-120"/>
              </a:rPr>
              <a:t>모델 답에 남겨둘 자리</a:t>
            </a:r>
            <a:endParaRPr lang="en-US" sz="1950" dirty="0"/>
          </a:p>
        </p:txBody>
      </p:sp>
      <p:sp>
        <p:nvSpPr>
          <p:cNvPr id="18" name="Text 16"/>
          <p:cNvSpPr/>
          <p:nvPr/>
        </p:nvSpPr>
        <p:spPr>
          <a:xfrm>
            <a:off x="15896481" y="3791694"/>
            <a:ext cx="1143744" cy="476250"/>
          </a:xfrm>
          <a:prstGeom prst="rect">
            <a:avLst/>
          </a:prstGeom>
          <a:noFill/>
          <a:ln/>
        </p:spPr>
        <p:txBody>
          <a:bodyPr wrap="square" lIns="25400" tIns="25400" rIns="25400" bIns="25400" rtlCol="0" anchor="t">
            <a:normAutofit/>
          </a:bodyPr>
          <a:lstStyle/>
          <a:p>
            <a:pPr algn="l" indent="0" marL="0">
              <a:buNone/>
            </a:pPr>
            <a:r>
              <a:rPr lang="en-US" sz="2400" b="1" dirty="0">
                <a:solidFill>
                  <a:srgbClr val="16202E"/>
                </a:solidFill>
                <a:latin typeface="Noto Sans KR" pitchFamily="34" charset="0"/>
                <a:ea typeface="Noto Sans KR" pitchFamily="34" charset="-122"/>
                <a:cs typeface="Noto Sans KR" pitchFamily="34" charset="-120"/>
              </a:rPr>
              <a:t>− 1,536</a:t>
            </a:r>
            <a:endParaRPr lang="en-US" sz="2400" dirty="0"/>
          </a:p>
        </p:txBody>
      </p:sp>
      <p:sp>
        <p:nvSpPr>
          <p:cNvPr id="19" name="Shape 17"/>
          <p:cNvSpPr/>
          <p:nvPr/>
        </p:nvSpPr>
        <p:spPr>
          <a:xfrm>
            <a:off x="9407128" y="5010894"/>
            <a:ext cx="7556897" cy="9525"/>
          </a:xfrm>
          <a:prstGeom prst="rect">
            <a:avLst/>
          </a:prstGeom>
          <a:solidFill>
            <a:srgbClr val="DCD7CC"/>
          </a:solidFill>
          <a:ln/>
        </p:spPr>
      </p:sp>
      <p:sp>
        <p:nvSpPr>
          <p:cNvPr id="20" name="Text 18"/>
          <p:cNvSpPr/>
          <p:nvPr/>
        </p:nvSpPr>
        <p:spPr>
          <a:xfrm>
            <a:off x="9407128" y="4534644"/>
            <a:ext cx="2560766" cy="390525"/>
          </a:xfrm>
          <a:prstGeom prst="rect">
            <a:avLst/>
          </a:prstGeom>
          <a:noFill/>
          <a:ln/>
        </p:spPr>
        <p:txBody>
          <a:bodyPr wrap="square" lIns="25400" tIns="25400" rIns="25400" bIns="25400" rtlCol="0" anchor="t">
            <a:normAutofit/>
          </a:bodyPr>
          <a:lstStyle/>
          <a:p>
            <a:pPr algn="l" indent="0" marL="0">
              <a:buNone/>
            </a:pPr>
            <a:r>
              <a:rPr lang="en-US" sz="1950" b="1" dirty="0">
                <a:solidFill>
                  <a:srgbClr val="3C4654"/>
                </a:solidFill>
                <a:latin typeface="Noto Sans KR" pitchFamily="34" charset="0"/>
                <a:ea typeface="Noto Sans KR" pitchFamily="34" charset="-122"/>
                <a:cs typeface="Noto Sans KR" pitchFamily="34" charset="-120"/>
              </a:rPr>
              <a:t>우리가 넣을 수 있는 양</a:t>
            </a:r>
            <a:endParaRPr lang="en-US" sz="1950" dirty="0"/>
          </a:p>
        </p:txBody>
      </p:sp>
      <p:sp>
        <p:nvSpPr>
          <p:cNvPr id="21" name="Text 19"/>
          <p:cNvSpPr/>
          <p:nvPr/>
        </p:nvSpPr>
        <p:spPr>
          <a:xfrm>
            <a:off x="15965388" y="4467969"/>
            <a:ext cx="1074837" cy="476250"/>
          </a:xfrm>
          <a:prstGeom prst="rect">
            <a:avLst/>
          </a:prstGeom>
          <a:noFill/>
          <a:ln/>
        </p:spPr>
        <p:txBody>
          <a:bodyPr wrap="square" lIns="25400" tIns="25400" rIns="25400" bIns="25400" rtlCol="0" anchor="t">
            <a:normAutofit/>
          </a:bodyPr>
          <a:lstStyle/>
          <a:p>
            <a:pPr algn="l" indent="0" marL="0">
              <a:buNone/>
            </a:pPr>
            <a:r>
              <a:rPr lang="en-US" sz="2400" b="1" dirty="0">
                <a:solidFill>
                  <a:srgbClr val="0F6B5E"/>
                </a:solidFill>
                <a:latin typeface="Noto Sans KR" pitchFamily="34" charset="0"/>
                <a:ea typeface="Noto Sans KR" pitchFamily="34" charset="-122"/>
                <a:cs typeface="Noto Sans KR" pitchFamily="34" charset="-120"/>
              </a:rPr>
              <a:t>14,848</a:t>
            </a:r>
            <a:endParaRPr lang="en-US" sz="2400" dirty="0"/>
          </a:p>
        </p:txBody>
      </p:sp>
      <p:sp>
        <p:nvSpPr>
          <p:cNvPr id="22" name="Text 20"/>
          <p:cNvSpPr/>
          <p:nvPr/>
        </p:nvSpPr>
        <p:spPr>
          <a:xfrm>
            <a:off x="9407128" y="5210919"/>
            <a:ext cx="3236402" cy="390525"/>
          </a:xfrm>
          <a:prstGeom prst="rect">
            <a:avLst/>
          </a:prstGeom>
          <a:noFill/>
          <a:ln/>
        </p:spPr>
        <p:txBody>
          <a:bodyPr wrap="square" lIns="25400" tIns="25400" rIns="25400" bIns="25400" rtlCol="0" anchor="t">
            <a:normAutofit/>
          </a:bodyPr>
          <a:lstStyle/>
          <a:p>
            <a:pPr algn="l" indent="0" marL="0">
              <a:buNone/>
            </a:pPr>
            <a:r>
              <a:rPr lang="en-US" sz="1950" dirty="0">
                <a:solidFill>
                  <a:srgbClr val="3C4654"/>
                </a:solidFill>
                <a:latin typeface="Noto Sans KR" pitchFamily="34" charset="0"/>
                <a:ea typeface="Noto Sans KR" pitchFamily="34" charset="-122"/>
                <a:cs typeface="Noto Sans KR" pitchFamily="34" charset="-120"/>
              </a:rPr>
              <a:t>그런데 문서는 기본 설정에서</a:t>
            </a:r>
            <a:endParaRPr lang="en-US" sz="1950" dirty="0"/>
          </a:p>
        </p:txBody>
      </p:sp>
      <p:sp>
        <p:nvSpPr>
          <p:cNvPr id="23" name="Text 21"/>
          <p:cNvSpPr/>
          <p:nvPr/>
        </p:nvSpPr>
        <p:spPr>
          <a:xfrm>
            <a:off x="14657784" y="5144244"/>
            <a:ext cx="2536865" cy="476250"/>
          </a:xfrm>
          <a:prstGeom prst="rect">
            <a:avLst/>
          </a:prstGeom>
          <a:noFill/>
          <a:ln/>
        </p:spPr>
        <p:txBody>
          <a:bodyPr wrap="square" lIns="25400" tIns="25400" rIns="25400" bIns="25400" rtlCol="0" anchor="t">
            <a:normAutofit/>
          </a:bodyPr>
          <a:lstStyle/>
          <a:p>
            <a:pPr algn="l" indent="0" marL="0">
              <a:buNone/>
            </a:pPr>
            <a:r>
              <a:rPr lang="en-US" sz="2400" b="1" dirty="0">
                <a:solidFill>
                  <a:srgbClr val="A4402E"/>
                </a:solidFill>
                <a:latin typeface="Noto Sans KR" pitchFamily="34" charset="0"/>
                <a:ea typeface="Noto Sans KR" pitchFamily="34" charset="-122"/>
                <a:cs typeface="Noto Sans KR" pitchFamily="34" charset="-120"/>
              </a:rPr>
              <a:t>4,000자에서 절단</a:t>
            </a:r>
            <a:endParaRPr lang="en-US" sz="2400" dirty="0"/>
          </a:p>
        </p:txBody>
      </p:sp>
      <p:sp>
        <p:nvSpPr>
          <p:cNvPr id="24" name="Shape 22"/>
          <p:cNvSpPr/>
          <p:nvPr/>
        </p:nvSpPr>
        <p:spPr>
          <a:xfrm>
            <a:off x="9407128" y="5706219"/>
            <a:ext cx="7556897" cy="1041797"/>
          </a:xfrm>
          <a:prstGeom prst="roundRect">
            <a:avLst>
              <a:gd name="adj" fmla="val 4571"/>
            </a:avLst>
          </a:prstGeom>
          <a:solidFill>
            <a:srgbClr val="FBF3F1"/>
          </a:solidFill>
          <a:ln w="9525">
            <a:solidFill>
              <a:srgbClr val="E1B9B1"/>
            </a:solidFill>
            <a:prstDash val="solid"/>
          </a:ln>
        </p:spPr>
      </p:sp>
      <p:sp>
        <p:nvSpPr>
          <p:cNvPr id="25" name="Text 23"/>
          <p:cNvSpPr/>
          <p:nvPr/>
        </p:nvSpPr>
        <p:spPr>
          <a:xfrm>
            <a:off x="9607153" y="5868144"/>
            <a:ext cx="7383554" cy="756047"/>
          </a:xfrm>
          <a:prstGeom prst="rect">
            <a:avLst/>
          </a:prstGeom>
          <a:noFill/>
          <a:ln/>
        </p:spPr>
        <p:txBody>
          <a:bodyPr wrap="square" lIns="25400" tIns="25400" rIns="25400" bIns="25400" rtlCol="0" anchor="t">
            <a:normAutofit/>
          </a:bodyPr>
          <a:lstStyle/>
          <a:p>
            <a:pPr algn="l" indent="0" marL="0">
              <a:lnSpc>
                <a:spcPct val="101892"/>
              </a:lnSpc>
              <a:buNone/>
            </a:pPr>
            <a:r>
              <a:rPr lang="en-US" sz="1950" b="1" dirty="0">
                <a:solidFill>
                  <a:srgbClr val="A4402E"/>
                </a:solidFill>
                <a:latin typeface="Noto Sans KR" pitchFamily="34" charset="0"/>
                <a:ea typeface="Noto Sans KR" pitchFamily="34" charset="-122"/>
                <a:cs typeface="Noto Sans KR" pitchFamily="34" charset="-120"/>
              </a:rPr>
              <a:t>예산이 남는데도 잘라서 버리고 있다 → 우리가 점수를 올릴 첫 번째 지점</a:t>
            </a:r>
            <a:endParaRPr lang="en-US" sz="1950" dirty="0"/>
          </a:p>
        </p:txBody>
      </p:sp>
      <p:sp>
        <p:nvSpPr>
          <p:cNvPr id="26" name="Text 24"/>
          <p:cNvSpPr/>
          <p:nvPr/>
        </p:nvSpPr>
        <p:spPr>
          <a:xfrm>
            <a:off x="9407128" y="6871841"/>
            <a:ext cx="7783604" cy="728663"/>
          </a:xfrm>
          <a:prstGeom prst="rect">
            <a:avLst/>
          </a:prstGeom>
          <a:noFill/>
          <a:ln/>
        </p:spPr>
        <p:txBody>
          <a:bodyPr wrap="square" lIns="25400" tIns="25400" rIns="25400" bIns="25400" rtlCol="0" anchor="t">
            <a:normAutofit/>
          </a:bodyPr>
          <a:lstStyle/>
          <a:p>
            <a:pPr algn="l" indent="0" marL="0">
              <a:lnSpc>
                <a:spcPct val="100694"/>
              </a:lnSpc>
              <a:buNone/>
            </a:pPr>
            <a:r>
              <a:rPr lang="en-US" sz="1875" dirty="0">
                <a:solidFill>
                  <a:srgbClr val="7C8492"/>
                </a:solidFill>
                <a:latin typeface="Noto Sans KR" pitchFamily="34" charset="0"/>
                <a:ea typeface="Noto Sans KR" pitchFamily="34" charset="-122"/>
                <a:cs typeface="Noto Sans KR" pitchFamily="34" charset="-120"/>
              </a:rPr>
              <a:t>예산에는 지시문 · 법령 조문 · 공고 문서가 모두 함께 들어간다 — 조문을 많이 넣으면 문서 자리가 줄어든다</a:t>
            </a:r>
            <a:endParaRPr lang="en-US" sz="187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1028700" y="838200"/>
            <a:ext cx="17853660" cy="390525"/>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0F6B5E"/>
                </a:solidFill>
                <a:latin typeface="Noto Sans KR" pitchFamily="34" charset="0"/>
                <a:ea typeface="Noto Sans KR" pitchFamily="34" charset="-122"/>
                <a:cs typeface="Noto Sans KR" pitchFamily="34" charset="-120"/>
              </a:rPr>
              <a:t>④ LLM 기초 — 환각과 재현성</a:t>
            </a:r>
            <a:endParaRPr lang="en-US" sz="1950" dirty="0"/>
          </a:p>
        </p:txBody>
      </p:sp>
      <p:sp>
        <p:nvSpPr>
          <p:cNvPr id="3" name="Text 1"/>
          <p:cNvSpPr/>
          <p:nvPr/>
        </p:nvSpPr>
        <p:spPr>
          <a:xfrm>
            <a:off x="1028700" y="1343025"/>
            <a:ext cx="16973550" cy="734169"/>
          </a:xfrm>
          <a:prstGeom prst="rect">
            <a:avLst/>
          </a:prstGeom>
          <a:noFill/>
          <a:ln/>
        </p:spPr>
        <p:txBody>
          <a:bodyPr wrap="square" lIns="25400" tIns="25400" rIns="25400" bIns="25400" rtlCol="0" anchor="t">
            <a:normAutofit/>
          </a:bodyPr>
          <a:lstStyle/>
          <a:p>
            <a:pPr algn="l" indent="0" marL="0">
              <a:lnSpc>
                <a:spcPct val="87000"/>
              </a:lnSpc>
              <a:buNone/>
            </a:pPr>
            <a:r>
              <a:rPr lang="en-US" sz="4350" b="1" spc="-43" kern="0" dirty="0">
                <a:solidFill>
                  <a:srgbClr val="16202E"/>
                </a:solidFill>
                <a:latin typeface="Noto Sans KR" pitchFamily="34" charset="0"/>
                <a:ea typeface="Noto Sans KR" pitchFamily="34" charset="-122"/>
                <a:cs typeface="Noto Sans KR" pitchFamily="34" charset="-120"/>
              </a:rPr>
              <a:t>우리는 창의적인 답이 아니라 일관된 판단을 원한다</a:t>
            </a:r>
            <a:endParaRPr lang="en-US" sz="4350" dirty="0"/>
          </a:p>
        </p:txBody>
      </p:sp>
      <p:sp>
        <p:nvSpPr>
          <p:cNvPr id="4" name="Shape 2"/>
          <p:cNvSpPr/>
          <p:nvPr/>
        </p:nvSpPr>
        <p:spPr>
          <a:xfrm>
            <a:off x="1028700" y="2401044"/>
            <a:ext cx="7953375" cy="2564011"/>
          </a:xfrm>
          <a:prstGeom prst="roundRect">
            <a:avLst>
              <a:gd name="adj" fmla="val 2229"/>
            </a:avLst>
          </a:prstGeom>
          <a:solidFill>
            <a:srgbClr val="FFFFFF"/>
          </a:solidFill>
          <a:ln w="9525">
            <a:solidFill>
              <a:srgbClr val="E3DED3"/>
            </a:solidFill>
            <a:prstDash val="solid"/>
          </a:ln>
        </p:spPr>
      </p:sp>
      <p:sp>
        <p:nvSpPr>
          <p:cNvPr id="5" name="Text 3"/>
          <p:cNvSpPr/>
          <p:nvPr/>
        </p:nvSpPr>
        <p:spPr>
          <a:xfrm>
            <a:off x="1323975" y="2658219"/>
            <a:ext cx="8099108"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A4402E"/>
                </a:solidFill>
                <a:latin typeface="Noto Sans KR" pitchFamily="34" charset="0"/>
                <a:ea typeface="Noto Sans KR" pitchFamily="34" charset="-122"/>
                <a:cs typeface="Noto Sans KR" pitchFamily="34" charset="-120"/>
              </a:rPr>
              <a:t>환각 (hallucination)</a:t>
            </a:r>
            <a:endParaRPr lang="en-US" sz="1800" dirty="0"/>
          </a:p>
        </p:txBody>
      </p:sp>
      <p:sp>
        <p:nvSpPr>
          <p:cNvPr id="6" name="Text 4"/>
          <p:cNvSpPr/>
          <p:nvPr/>
        </p:nvSpPr>
        <p:spPr>
          <a:xfrm>
            <a:off x="1323975" y="3105894"/>
            <a:ext cx="8099108" cy="411361"/>
          </a:xfrm>
          <a:prstGeom prst="rect">
            <a:avLst/>
          </a:prstGeom>
          <a:noFill/>
          <a:ln/>
        </p:spPr>
        <p:txBody>
          <a:bodyPr wrap="square" lIns="25400" tIns="25400" rIns="25400" bIns="25400" rtlCol="0" anchor="t">
            <a:normAutofit/>
          </a:bodyPr>
          <a:lstStyle/>
          <a:p>
            <a:pPr algn="l" indent="0" marL="0">
              <a:lnSpc>
                <a:spcPct val="98000"/>
              </a:lnSpc>
              <a:buNone/>
            </a:pPr>
            <a:r>
              <a:rPr lang="en-US" sz="2100" b="1" dirty="0">
                <a:solidFill>
                  <a:srgbClr val="16202E"/>
                </a:solidFill>
                <a:latin typeface="Noto Sans KR" pitchFamily="34" charset="0"/>
                <a:ea typeface="Noto Sans KR" pitchFamily="34" charset="-122"/>
                <a:cs typeface="Noto Sans KR" pitchFamily="34" charset="-120"/>
              </a:rPr>
              <a:t>근거 없이 그럴듯한 말을 만들어내는 현상</a:t>
            </a:r>
            <a:endParaRPr lang="en-US" sz="2100" dirty="0"/>
          </a:p>
        </p:txBody>
      </p:sp>
      <p:sp>
        <p:nvSpPr>
          <p:cNvPr id="7" name="Text 5"/>
          <p:cNvSpPr/>
          <p:nvPr/>
        </p:nvSpPr>
        <p:spPr>
          <a:xfrm>
            <a:off x="1323975" y="3593455"/>
            <a:ext cx="7583710" cy="1152525"/>
          </a:xfrm>
          <a:prstGeom prst="rect">
            <a:avLst/>
          </a:prstGeom>
          <a:noFill/>
          <a:ln/>
        </p:spPr>
        <p:txBody>
          <a:bodyPr wrap="square" lIns="25400" tIns="25400" rIns="25400" bIns="25400" rtlCol="0" anchor="t">
            <a:normAutofit/>
          </a:bodyPr>
          <a:lstStyle/>
          <a:p>
            <a:pPr algn="l" indent="0" marL="0">
              <a:lnSpc>
                <a:spcPct val="105405"/>
              </a:lnSpc>
              <a:buNone/>
            </a:pPr>
            <a:r>
              <a:rPr lang="en-US" sz="1950" dirty="0">
                <a:solidFill>
                  <a:srgbClr val="3C4654"/>
                </a:solidFill>
                <a:latin typeface="Noto Sans KR" pitchFamily="34" charset="0"/>
                <a:ea typeface="Noto Sans KR" pitchFamily="34" charset="-122"/>
                <a:cs typeface="Noto Sans KR" pitchFamily="34" charset="-120"/>
              </a:rPr>
              <a:t>이 대회에서 특히 위험한 이유 — 모델이 근거 문구를 </a:t>
            </a:r>
            <a:pPr algn="l" indent="0" marL="0">
              <a:lnSpc>
                <a:spcPct val="105405"/>
              </a:lnSpc>
              <a:buNone/>
            </a:pPr>
            <a:r>
              <a:rPr lang="en-US" sz="1950" b="1" dirty="0">
                <a:solidFill>
                  <a:srgbClr val="16202E"/>
                </a:solidFill>
                <a:latin typeface="Noto Sans KR" pitchFamily="34" charset="0"/>
                <a:ea typeface="Noto Sans KR" pitchFamily="34" charset="-122"/>
                <a:cs typeface="Noto Sans KR" pitchFamily="34" charset="-120"/>
              </a:rPr>
              <a:t>그럴듯하게 새로 써버리면 </a:t>
            </a:r>
            <a:pPr algn="l" indent="0" marL="0">
              <a:lnSpc>
                <a:spcPct val="105405"/>
              </a:lnSpc>
              <a:buNone/>
            </a:pPr>
            <a:r>
              <a:rPr lang="en-US" sz="1950" dirty="0">
                <a:solidFill>
                  <a:srgbClr val="3C4654"/>
                </a:solidFill>
                <a:latin typeface="Noto Sans KR" pitchFamily="34" charset="0"/>
                <a:ea typeface="Noto Sans KR" pitchFamily="34" charset="-122"/>
                <a:cs typeface="Noto Sans KR" pitchFamily="34" charset="-120"/>
              </a:rPr>
              <a:t>원문과 맞지 않아 자동 무효. 판단은 맞았는데 근거 때문에 버려진다.</a:t>
            </a:r>
            <a:endParaRPr lang="en-US" sz="1950" dirty="0"/>
          </a:p>
        </p:txBody>
      </p:sp>
      <p:sp>
        <p:nvSpPr>
          <p:cNvPr id="8" name="Shape 6"/>
          <p:cNvSpPr/>
          <p:nvPr/>
        </p:nvSpPr>
        <p:spPr>
          <a:xfrm>
            <a:off x="1028700" y="5117455"/>
            <a:ext cx="7953375" cy="1828800"/>
          </a:xfrm>
          <a:prstGeom prst="roundRect">
            <a:avLst>
              <a:gd name="adj" fmla="val 3125"/>
            </a:avLst>
          </a:prstGeom>
          <a:solidFill>
            <a:srgbClr val="16202E"/>
          </a:solidFill>
          <a:ln/>
        </p:spPr>
      </p:sp>
      <p:sp>
        <p:nvSpPr>
          <p:cNvPr id="9" name="Text 7"/>
          <p:cNvSpPr/>
          <p:nvPr/>
        </p:nvSpPr>
        <p:spPr>
          <a:xfrm>
            <a:off x="1314450" y="5365105"/>
            <a:ext cx="8120062"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6FC3B2"/>
                </a:solidFill>
                <a:latin typeface="Noto Sans KR" pitchFamily="34" charset="0"/>
                <a:ea typeface="Noto Sans KR" pitchFamily="34" charset="-122"/>
                <a:cs typeface="Noto Sans KR" pitchFamily="34" charset="-120"/>
              </a:rPr>
              <a:t>그래서 두 겹으로 막는다</a:t>
            </a:r>
            <a:endParaRPr lang="en-US" sz="1800" dirty="0"/>
          </a:p>
        </p:txBody>
      </p:sp>
      <p:sp>
        <p:nvSpPr>
          <p:cNvPr id="10" name="Text 8"/>
          <p:cNvSpPr/>
          <p:nvPr/>
        </p:nvSpPr>
        <p:spPr>
          <a:xfrm>
            <a:off x="1314450" y="5812780"/>
            <a:ext cx="8120062" cy="423863"/>
          </a:xfrm>
          <a:prstGeom prst="rect">
            <a:avLst/>
          </a:prstGeom>
          <a:noFill/>
          <a:ln/>
        </p:spPr>
        <p:txBody>
          <a:bodyPr wrap="square" lIns="25400" tIns="25400" rIns="25400" bIns="25400" rtlCol="0" anchor="t">
            <a:normAutofit/>
          </a:bodyPr>
          <a:lstStyle/>
          <a:p>
            <a:pPr algn="l" indent="0" marL="0">
              <a:lnSpc>
                <a:spcPct val="103846"/>
              </a:lnSpc>
              <a:buNone/>
            </a:pPr>
            <a:r>
              <a:rPr lang="en-US" sz="2025" dirty="0">
                <a:solidFill>
                  <a:srgbClr val="F6F4EF"/>
                </a:solidFill>
                <a:latin typeface="Noto Sans KR" pitchFamily="34" charset="0"/>
                <a:ea typeface="Noto Sans KR" pitchFamily="34" charset="-122"/>
                <a:cs typeface="Noto Sans KR" pitchFamily="34" charset="-120"/>
              </a:rPr>
              <a:t>① 지시문에 "원문에서 그대로 오려 올 것"을 못 박는다</a:t>
            </a:r>
            <a:endParaRPr lang="en-US" sz="2025" dirty="0"/>
          </a:p>
        </p:txBody>
      </p:sp>
      <p:sp>
        <p:nvSpPr>
          <p:cNvPr id="11" name="Text 9"/>
          <p:cNvSpPr/>
          <p:nvPr/>
        </p:nvSpPr>
        <p:spPr>
          <a:xfrm>
            <a:off x="1314450" y="6312843"/>
            <a:ext cx="8120062" cy="423863"/>
          </a:xfrm>
          <a:prstGeom prst="rect">
            <a:avLst/>
          </a:prstGeom>
          <a:noFill/>
          <a:ln/>
        </p:spPr>
        <p:txBody>
          <a:bodyPr wrap="square" lIns="25400" tIns="25400" rIns="25400" bIns="25400" rtlCol="0" anchor="t">
            <a:normAutofit/>
          </a:bodyPr>
          <a:lstStyle/>
          <a:p>
            <a:pPr algn="l" indent="0" marL="0">
              <a:lnSpc>
                <a:spcPct val="103846"/>
              </a:lnSpc>
              <a:buNone/>
            </a:pPr>
            <a:r>
              <a:rPr lang="en-US" sz="2025" dirty="0">
                <a:solidFill>
                  <a:srgbClr val="F6F4EF"/>
                </a:solidFill>
                <a:latin typeface="Noto Sans KR" pitchFamily="34" charset="0"/>
                <a:ea typeface="Noto Sans KR" pitchFamily="34" charset="-122"/>
                <a:cs typeface="Noto Sans KR" pitchFamily="34" charset="-120"/>
              </a:rPr>
              <a:t>② 코드에서 원문과 한 번 더 대조해 검사한다</a:t>
            </a:r>
            <a:endParaRPr lang="en-US" sz="2025" dirty="0"/>
          </a:p>
        </p:txBody>
      </p:sp>
      <p:sp>
        <p:nvSpPr>
          <p:cNvPr id="12" name="Shape 10"/>
          <p:cNvSpPr/>
          <p:nvPr/>
        </p:nvSpPr>
        <p:spPr>
          <a:xfrm>
            <a:off x="9305925" y="2401044"/>
            <a:ext cx="7953375" cy="1933575"/>
          </a:xfrm>
          <a:prstGeom prst="roundRect">
            <a:avLst>
              <a:gd name="adj" fmla="val 2956"/>
            </a:avLst>
          </a:prstGeom>
          <a:solidFill>
            <a:srgbClr val="FFFFFF"/>
          </a:solidFill>
          <a:ln w="9525">
            <a:solidFill>
              <a:srgbClr val="E3DED3"/>
            </a:solidFill>
            <a:prstDash val="solid"/>
          </a:ln>
        </p:spPr>
      </p:sp>
      <p:sp>
        <p:nvSpPr>
          <p:cNvPr id="13" name="Text 11"/>
          <p:cNvSpPr/>
          <p:nvPr/>
        </p:nvSpPr>
        <p:spPr>
          <a:xfrm>
            <a:off x="9601200" y="2658219"/>
            <a:ext cx="8099108"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0F6B5E"/>
                </a:solidFill>
                <a:latin typeface="Noto Sans KR" pitchFamily="34" charset="0"/>
                <a:ea typeface="Noto Sans KR" pitchFamily="34" charset="-122"/>
                <a:cs typeface="Noto Sans KR" pitchFamily="34" charset="-120"/>
              </a:rPr>
              <a:t>temperature — 답의 흔들림 정도</a:t>
            </a:r>
            <a:endParaRPr lang="en-US" sz="1800" dirty="0"/>
          </a:p>
        </p:txBody>
      </p:sp>
      <p:sp>
        <p:nvSpPr>
          <p:cNvPr id="14" name="Shape 12"/>
          <p:cNvSpPr/>
          <p:nvPr/>
        </p:nvSpPr>
        <p:spPr>
          <a:xfrm>
            <a:off x="9601200" y="3582144"/>
            <a:ext cx="7362825" cy="9525"/>
          </a:xfrm>
          <a:prstGeom prst="rect">
            <a:avLst/>
          </a:prstGeom>
          <a:solidFill>
            <a:srgbClr val="DCD7CC"/>
          </a:solidFill>
          <a:ln/>
        </p:spPr>
      </p:sp>
      <p:sp>
        <p:nvSpPr>
          <p:cNvPr id="15" name="Text 13"/>
          <p:cNvSpPr/>
          <p:nvPr/>
        </p:nvSpPr>
        <p:spPr>
          <a:xfrm>
            <a:off x="9601200" y="3105894"/>
            <a:ext cx="1219200" cy="409575"/>
          </a:xfrm>
          <a:prstGeom prst="rect">
            <a:avLst/>
          </a:prstGeom>
          <a:noFill/>
          <a:ln/>
        </p:spPr>
        <p:txBody>
          <a:bodyPr wrap="square" lIns="25400" tIns="25400" rIns="25400" bIns="25400" rtlCol="0" anchor="t">
            <a:normAutofit/>
          </a:bodyPr>
          <a:lstStyle/>
          <a:p>
            <a:pPr algn="l" indent="0" marL="0">
              <a:buNone/>
            </a:pPr>
            <a:r>
              <a:rPr lang="en-US" sz="2025" b="1" dirty="0">
                <a:solidFill>
                  <a:srgbClr val="16202E"/>
                </a:solidFill>
                <a:latin typeface="Noto Sans KR" pitchFamily="34" charset="0"/>
                <a:ea typeface="Noto Sans KR" pitchFamily="34" charset="-122"/>
                <a:cs typeface="Noto Sans KR" pitchFamily="34" charset="-120"/>
              </a:rPr>
              <a:t>높으면</a:t>
            </a:r>
            <a:endParaRPr lang="en-US" sz="2025" dirty="0"/>
          </a:p>
        </p:txBody>
      </p:sp>
      <p:sp>
        <p:nvSpPr>
          <p:cNvPr id="16" name="Text 14"/>
          <p:cNvSpPr/>
          <p:nvPr/>
        </p:nvSpPr>
        <p:spPr>
          <a:xfrm>
            <a:off x="10934700" y="3115419"/>
            <a:ext cx="4575884" cy="397073"/>
          </a:xfrm>
          <a:prstGeom prst="rect">
            <a:avLst/>
          </a:prstGeom>
          <a:noFill/>
          <a:ln/>
        </p:spPr>
        <p:txBody>
          <a:bodyPr wrap="square" lIns="25400" tIns="25400" rIns="25400" bIns="25400" rtlCol="0" anchor="t">
            <a:normAutofit/>
          </a:bodyPr>
          <a:lstStyle/>
          <a:p>
            <a:pPr algn="l" indent="0" marL="0">
              <a:lnSpc>
                <a:spcPct val="101892"/>
              </a:lnSpc>
              <a:buNone/>
            </a:pPr>
            <a:r>
              <a:rPr lang="en-US" sz="1950" dirty="0">
                <a:solidFill>
                  <a:srgbClr val="3C4654"/>
                </a:solidFill>
                <a:latin typeface="Noto Sans KR" pitchFamily="34" charset="0"/>
                <a:ea typeface="Noto Sans KR" pitchFamily="34" charset="-122"/>
                <a:cs typeface="Noto Sans KR" pitchFamily="34" charset="-120"/>
              </a:rPr>
              <a:t>매번 다르게 대답한다 (창작·아이디어용)</a:t>
            </a:r>
            <a:endParaRPr lang="en-US" sz="1950" dirty="0"/>
          </a:p>
        </p:txBody>
      </p:sp>
      <p:sp>
        <p:nvSpPr>
          <p:cNvPr id="17" name="Text 15"/>
          <p:cNvSpPr/>
          <p:nvPr/>
        </p:nvSpPr>
        <p:spPr>
          <a:xfrm>
            <a:off x="9601200" y="3705969"/>
            <a:ext cx="1219200" cy="409575"/>
          </a:xfrm>
          <a:prstGeom prst="rect">
            <a:avLst/>
          </a:prstGeom>
          <a:noFill/>
          <a:ln/>
        </p:spPr>
        <p:txBody>
          <a:bodyPr wrap="square" lIns="25400" tIns="25400" rIns="25400" bIns="25400" rtlCol="0" anchor="t">
            <a:normAutofit/>
          </a:bodyPr>
          <a:lstStyle/>
          <a:p>
            <a:pPr algn="l" indent="0" marL="0">
              <a:buNone/>
            </a:pPr>
            <a:r>
              <a:rPr lang="en-US" sz="2025" b="1" dirty="0">
                <a:solidFill>
                  <a:srgbClr val="16202E"/>
                </a:solidFill>
                <a:latin typeface="Noto Sans KR" pitchFamily="34" charset="0"/>
                <a:ea typeface="Noto Sans KR" pitchFamily="34" charset="-122"/>
                <a:cs typeface="Noto Sans KR" pitchFamily="34" charset="-120"/>
              </a:rPr>
              <a:t>0이면</a:t>
            </a:r>
            <a:endParaRPr lang="en-US" sz="2025" dirty="0"/>
          </a:p>
        </p:txBody>
      </p:sp>
      <p:sp>
        <p:nvSpPr>
          <p:cNvPr id="18" name="Text 16"/>
          <p:cNvSpPr/>
          <p:nvPr/>
        </p:nvSpPr>
        <p:spPr>
          <a:xfrm>
            <a:off x="10934700" y="3715494"/>
            <a:ext cx="3823960" cy="397073"/>
          </a:xfrm>
          <a:prstGeom prst="rect">
            <a:avLst/>
          </a:prstGeom>
          <a:noFill/>
          <a:ln/>
        </p:spPr>
        <p:txBody>
          <a:bodyPr wrap="square" lIns="25400" tIns="25400" rIns="25400" bIns="25400" rtlCol="0" anchor="t">
            <a:normAutofit/>
          </a:bodyPr>
          <a:lstStyle/>
          <a:p>
            <a:pPr algn="l" indent="0" marL="0">
              <a:lnSpc>
                <a:spcPct val="101892"/>
              </a:lnSpc>
              <a:buNone/>
            </a:pPr>
            <a:r>
              <a:rPr lang="en-US" sz="1950" dirty="0">
                <a:solidFill>
                  <a:srgbClr val="3C4654"/>
                </a:solidFill>
                <a:latin typeface="Noto Sans KR" pitchFamily="34" charset="0"/>
                <a:ea typeface="Noto Sans KR" pitchFamily="34" charset="-122"/>
                <a:cs typeface="Noto Sans KR" pitchFamily="34" charset="-120"/>
              </a:rPr>
              <a:t>거의 같게 대답한다 (판정·검증용)</a:t>
            </a:r>
            <a:endParaRPr lang="en-US" sz="1950" dirty="0"/>
          </a:p>
        </p:txBody>
      </p:sp>
      <p:sp>
        <p:nvSpPr>
          <p:cNvPr id="19" name="Shape 17"/>
          <p:cNvSpPr/>
          <p:nvPr/>
        </p:nvSpPr>
        <p:spPr>
          <a:xfrm>
            <a:off x="9305925" y="4487019"/>
            <a:ext cx="7953375" cy="2565797"/>
          </a:xfrm>
          <a:prstGeom prst="roundRect">
            <a:avLst>
              <a:gd name="adj" fmla="val 2227"/>
            </a:avLst>
          </a:prstGeom>
          <a:solidFill>
            <a:srgbClr val="FFFFFF"/>
          </a:solidFill>
          <a:ln w="9525">
            <a:solidFill>
              <a:srgbClr val="E3DED3"/>
            </a:solidFill>
            <a:prstDash val="solid"/>
          </a:ln>
        </p:spPr>
      </p:sp>
      <p:sp>
        <p:nvSpPr>
          <p:cNvPr id="20" name="Text 18"/>
          <p:cNvSpPr/>
          <p:nvPr/>
        </p:nvSpPr>
        <p:spPr>
          <a:xfrm>
            <a:off x="9601200" y="4744194"/>
            <a:ext cx="8099108"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0F6B5E"/>
                </a:solidFill>
                <a:latin typeface="Noto Sans KR" pitchFamily="34" charset="0"/>
                <a:ea typeface="Noto Sans KR" pitchFamily="34" charset="-122"/>
                <a:cs typeface="Noto Sans KR" pitchFamily="34" charset="-120"/>
              </a:rPr>
              <a:t>우리 설정 — temperature 0 · 시드 고정</a:t>
            </a:r>
            <a:endParaRPr lang="en-US" sz="1800" dirty="0"/>
          </a:p>
        </p:txBody>
      </p:sp>
      <p:sp>
        <p:nvSpPr>
          <p:cNvPr id="21" name="Text 19"/>
          <p:cNvSpPr/>
          <p:nvPr/>
        </p:nvSpPr>
        <p:spPr>
          <a:xfrm>
            <a:off x="9601200" y="5191869"/>
            <a:ext cx="7583710" cy="784622"/>
          </a:xfrm>
          <a:prstGeom prst="rect">
            <a:avLst/>
          </a:prstGeom>
          <a:noFill/>
          <a:ln/>
        </p:spPr>
        <p:txBody>
          <a:bodyPr wrap="square" lIns="25400" tIns="25400" rIns="25400" bIns="25400" rtlCol="0" anchor="t">
            <a:normAutofit/>
          </a:bodyPr>
          <a:lstStyle/>
          <a:p>
            <a:pPr algn="l" indent="0" marL="0">
              <a:lnSpc>
                <a:spcPct val="98000"/>
              </a:lnSpc>
              <a:buNone/>
            </a:pPr>
            <a:r>
              <a:rPr lang="en-US" sz="2100" b="1" dirty="0">
                <a:solidFill>
                  <a:srgbClr val="16202E"/>
                </a:solidFill>
                <a:latin typeface="Noto Sans KR" pitchFamily="34" charset="0"/>
                <a:ea typeface="Noto Sans KR" pitchFamily="34" charset="-122"/>
                <a:cs typeface="Noto Sans KR" pitchFamily="34" charset="-120"/>
              </a:rPr>
              <a:t>같은 입력에 매번 다른 답이 나오면, 우리가 바꾼 것이 효과였는지 알 수 없다</a:t>
            </a:r>
            <a:endParaRPr lang="en-US" sz="2100" dirty="0"/>
          </a:p>
        </p:txBody>
      </p:sp>
      <p:sp>
        <p:nvSpPr>
          <p:cNvPr id="22" name="Text 20"/>
          <p:cNvSpPr/>
          <p:nvPr/>
        </p:nvSpPr>
        <p:spPr>
          <a:xfrm>
            <a:off x="9601200" y="6052691"/>
            <a:ext cx="7583710" cy="781050"/>
          </a:xfrm>
          <a:prstGeom prst="rect">
            <a:avLst/>
          </a:prstGeom>
          <a:noFill/>
          <a:ln/>
        </p:spPr>
        <p:txBody>
          <a:bodyPr wrap="square" lIns="25400" tIns="25400" rIns="25400" bIns="25400" rtlCol="0" anchor="t">
            <a:normAutofit/>
          </a:bodyPr>
          <a:lstStyle/>
          <a:p>
            <a:pPr algn="l" indent="0" marL="0">
              <a:lnSpc>
                <a:spcPct val="105405"/>
              </a:lnSpc>
              <a:buNone/>
            </a:pPr>
            <a:r>
              <a:rPr lang="en-US" sz="1950" dirty="0">
                <a:solidFill>
                  <a:srgbClr val="3C4654"/>
                </a:solidFill>
                <a:latin typeface="Noto Sans KR" pitchFamily="34" charset="0"/>
                <a:ea typeface="Noto Sans KR" pitchFamily="34" charset="-122"/>
                <a:cs typeface="Noto Sans KR" pitchFamily="34" charset="-120"/>
              </a:rPr>
              <a:t>실험을 하려면 먼저 답이 고정되어야 한다 — 이게 창작용 AI 사용법과 가장 다른 점</a:t>
            </a:r>
            <a:endParaRPr lang="en-US" sz="1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1028700" y="800100"/>
            <a:ext cx="17853660" cy="390525"/>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0F6B5E"/>
                </a:solidFill>
                <a:latin typeface="Noto Sans KR" pitchFamily="34" charset="0"/>
                <a:ea typeface="Noto Sans KR" pitchFamily="34" charset="-122"/>
                <a:cs typeface="Noto Sans KR" pitchFamily="34" charset="-120"/>
              </a:rPr>
              <a:t>⑤ 프롬프트 설계</a:t>
            </a:r>
            <a:endParaRPr lang="en-US" sz="1950" dirty="0"/>
          </a:p>
        </p:txBody>
      </p:sp>
      <p:sp>
        <p:nvSpPr>
          <p:cNvPr id="3" name="Text 1"/>
          <p:cNvSpPr/>
          <p:nvPr/>
        </p:nvSpPr>
        <p:spPr>
          <a:xfrm>
            <a:off x="1028700" y="1285875"/>
            <a:ext cx="16973550" cy="710059"/>
          </a:xfrm>
          <a:prstGeom prst="rect">
            <a:avLst/>
          </a:prstGeom>
          <a:noFill/>
          <a:ln/>
        </p:spPr>
        <p:txBody>
          <a:bodyPr wrap="square" lIns="25400" tIns="25400" rIns="25400" bIns="25400" rtlCol="0" anchor="t">
            <a:normAutofit/>
          </a:bodyPr>
          <a:lstStyle/>
          <a:p>
            <a:pPr algn="l" indent="0" marL="0">
              <a:lnSpc>
                <a:spcPct val="87111"/>
              </a:lnSpc>
              <a:buNone/>
            </a:pPr>
            <a:r>
              <a:rPr lang="en-US" sz="4200" b="1" spc="-42" kern="0" dirty="0">
                <a:solidFill>
                  <a:srgbClr val="16202E"/>
                </a:solidFill>
                <a:latin typeface="Noto Sans KR" pitchFamily="34" charset="0"/>
                <a:ea typeface="Noto Sans KR" pitchFamily="34" charset="-122"/>
                <a:cs typeface="Noto Sans KR" pitchFamily="34" charset="-120"/>
              </a:rPr>
              <a:t>모델에게 보내는 한 덩어리는 네 부분으로 되어 있다</a:t>
            </a:r>
            <a:endParaRPr lang="en-US" sz="4200" dirty="0"/>
          </a:p>
        </p:txBody>
      </p:sp>
      <p:sp>
        <p:nvSpPr>
          <p:cNvPr id="4" name="Shape 2"/>
          <p:cNvSpPr/>
          <p:nvPr/>
        </p:nvSpPr>
        <p:spPr>
          <a:xfrm>
            <a:off x="1028700" y="2262634"/>
            <a:ext cx="3929063" cy="1997273"/>
          </a:xfrm>
          <a:prstGeom prst="roundRect">
            <a:avLst>
              <a:gd name="adj" fmla="val 2861"/>
            </a:avLst>
          </a:prstGeom>
          <a:solidFill>
            <a:srgbClr val="FFFFFF"/>
          </a:solidFill>
          <a:ln w="9525">
            <a:solidFill>
              <a:srgbClr val="E3DED3"/>
            </a:solidFill>
            <a:prstDash val="solid"/>
          </a:ln>
        </p:spPr>
      </p:sp>
      <p:sp>
        <p:nvSpPr>
          <p:cNvPr id="5" name="Text 3"/>
          <p:cNvSpPr/>
          <p:nvPr/>
        </p:nvSpPr>
        <p:spPr>
          <a:xfrm>
            <a:off x="1266825" y="2500759"/>
            <a:ext cx="3798094"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0F6B5E"/>
                </a:solidFill>
                <a:latin typeface="Noto Sans KR" pitchFamily="34" charset="0"/>
                <a:ea typeface="Noto Sans KR" pitchFamily="34" charset="-122"/>
                <a:cs typeface="Noto Sans KR" pitchFamily="34" charset="-120"/>
              </a:rPr>
              <a:t>1 · 역할과 규칙</a:t>
            </a:r>
            <a:endParaRPr lang="en-US" sz="1800" dirty="0"/>
          </a:p>
        </p:txBody>
      </p:sp>
      <p:sp>
        <p:nvSpPr>
          <p:cNvPr id="6" name="Text 4"/>
          <p:cNvSpPr/>
          <p:nvPr/>
        </p:nvSpPr>
        <p:spPr>
          <a:xfrm>
            <a:off x="1266825" y="2929384"/>
            <a:ext cx="3798094" cy="372368"/>
          </a:xfrm>
          <a:prstGeom prst="rect">
            <a:avLst/>
          </a:prstGeom>
          <a:noFill/>
          <a:ln/>
        </p:spPr>
        <p:txBody>
          <a:bodyPr wrap="square" lIns="25400" tIns="25400" rIns="25400" bIns="25400" rtlCol="0" anchor="t">
            <a:normAutofit/>
          </a:bodyPr>
          <a:lstStyle/>
          <a:p>
            <a:pPr algn="l" indent="0" marL="0">
              <a:lnSpc>
                <a:spcPct val="90000"/>
              </a:lnSpc>
              <a:buNone/>
            </a:pPr>
            <a:r>
              <a:rPr lang="en-US" sz="2025" b="1" dirty="0">
                <a:solidFill>
                  <a:srgbClr val="16202E"/>
                </a:solidFill>
                <a:latin typeface="Noto Sans KR" pitchFamily="34" charset="0"/>
                <a:ea typeface="Noto Sans KR" pitchFamily="34" charset="-122"/>
                <a:cs typeface="Noto Sans KR" pitchFamily="34" charset="-120"/>
              </a:rPr>
              <a:t>너는 공고를 검토한다</a:t>
            </a:r>
            <a:endParaRPr lang="en-US" sz="2025" dirty="0"/>
          </a:p>
        </p:txBody>
      </p:sp>
      <p:sp>
        <p:nvSpPr>
          <p:cNvPr id="7" name="Text 5"/>
          <p:cNvSpPr/>
          <p:nvPr/>
        </p:nvSpPr>
        <p:spPr>
          <a:xfrm>
            <a:off x="1266825" y="3358902"/>
            <a:ext cx="3556397" cy="700980"/>
          </a:xfrm>
          <a:prstGeom prst="rect">
            <a:avLst/>
          </a:prstGeom>
          <a:noFill/>
          <a:ln/>
        </p:spPr>
        <p:txBody>
          <a:bodyPr wrap="square" lIns="25400" tIns="25400" rIns="25400" bIns="25400" rtlCol="0" anchor="t">
            <a:normAutofit/>
          </a:bodyPr>
          <a:lstStyle/>
          <a:p>
            <a:pPr algn="l" indent="0" marL="0">
              <a:lnSpc>
                <a:spcPct val="99429"/>
              </a:lnSpc>
              <a:buNone/>
            </a:pPr>
            <a:r>
              <a:rPr lang="en-US" sz="1800" dirty="0">
                <a:solidFill>
                  <a:srgbClr val="3C4654"/>
                </a:solidFill>
                <a:latin typeface="Noto Sans KR" pitchFamily="34" charset="0"/>
                <a:ea typeface="Noto Sans KR" pitchFamily="34" charset="-122"/>
                <a:cs typeface="Noto Sans KR" pitchFamily="34" charset="-120"/>
              </a:rPr>
              <a:t>근거는 원문에서 그대로 오릴 것 · 추측 금지</a:t>
            </a:r>
            <a:endParaRPr lang="en-US" sz="1800" dirty="0"/>
          </a:p>
        </p:txBody>
      </p:sp>
      <p:sp>
        <p:nvSpPr>
          <p:cNvPr id="8" name="Shape 6"/>
          <p:cNvSpPr/>
          <p:nvPr/>
        </p:nvSpPr>
        <p:spPr>
          <a:xfrm>
            <a:off x="5129213" y="2262634"/>
            <a:ext cx="3929063" cy="1997273"/>
          </a:xfrm>
          <a:prstGeom prst="roundRect">
            <a:avLst>
              <a:gd name="adj" fmla="val 2861"/>
            </a:avLst>
          </a:prstGeom>
          <a:solidFill>
            <a:srgbClr val="16202E"/>
          </a:solidFill>
          <a:ln/>
        </p:spPr>
      </p:sp>
      <p:sp>
        <p:nvSpPr>
          <p:cNvPr id="9" name="Text 7"/>
          <p:cNvSpPr/>
          <p:nvPr/>
        </p:nvSpPr>
        <p:spPr>
          <a:xfrm>
            <a:off x="5357813" y="2491234"/>
            <a:ext cx="3819049"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6FC3B2"/>
                </a:solidFill>
                <a:latin typeface="Noto Sans KR" pitchFamily="34" charset="0"/>
                <a:ea typeface="Noto Sans KR" pitchFamily="34" charset="-122"/>
                <a:cs typeface="Noto Sans KR" pitchFamily="34" charset="-120"/>
              </a:rPr>
              <a:t>2 · 판정 기준</a:t>
            </a:r>
            <a:endParaRPr lang="en-US" sz="1800" dirty="0"/>
          </a:p>
        </p:txBody>
      </p:sp>
      <p:sp>
        <p:nvSpPr>
          <p:cNvPr id="10" name="Text 8"/>
          <p:cNvSpPr/>
          <p:nvPr/>
        </p:nvSpPr>
        <p:spPr>
          <a:xfrm>
            <a:off x="5357813" y="2919859"/>
            <a:ext cx="3819049" cy="372368"/>
          </a:xfrm>
          <a:prstGeom prst="rect">
            <a:avLst/>
          </a:prstGeom>
          <a:noFill/>
          <a:ln/>
        </p:spPr>
        <p:txBody>
          <a:bodyPr wrap="square" lIns="25400" tIns="25400" rIns="25400" bIns="25400" rtlCol="0" anchor="t">
            <a:normAutofit/>
          </a:bodyPr>
          <a:lstStyle/>
          <a:p>
            <a:pPr algn="l" indent="0" marL="0">
              <a:lnSpc>
                <a:spcPct val="90000"/>
              </a:lnSpc>
              <a:buNone/>
            </a:pPr>
            <a:r>
              <a:rPr lang="en-US" sz="2025" b="1" dirty="0">
                <a:solidFill>
                  <a:srgbClr val="F6F4EF"/>
                </a:solidFill>
                <a:latin typeface="Noto Sans KR" pitchFamily="34" charset="0"/>
                <a:ea typeface="Noto Sans KR" pitchFamily="34" charset="-122"/>
                <a:cs typeface="Noto Sans KR" pitchFamily="34" charset="-120"/>
              </a:rPr>
              <a:t>항목마다 조건·예외·애매할 때</a:t>
            </a:r>
            <a:endParaRPr lang="en-US" sz="2025" dirty="0"/>
          </a:p>
        </p:txBody>
      </p:sp>
      <p:sp>
        <p:nvSpPr>
          <p:cNvPr id="11" name="Text 9"/>
          <p:cNvSpPr/>
          <p:nvPr/>
        </p:nvSpPr>
        <p:spPr>
          <a:xfrm>
            <a:off x="5357813" y="3349377"/>
            <a:ext cx="3819049" cy="369540"/>
          </a:xfrm>
          <a:prstGeom prst="rect">
            <a:avLst/>
          </a:prstGeom>
          <a:noFill/>
          <a:ln/>
        </p:spPr>
        <p:txBody>
          <a:bodyPr wrap="square" lIns="25400" tIns="25400" rIns="25400" bIns="25400" rtlCol="0" anchor="t">
            <a:normAutofit/>
          </a:bodyPr>
          <a:lstStyle/>
          <a:p>
            <a:pPr algn="l" indent="0" marL="0">
              <a:lnSpc>
                <a:spcPct val="99429"/>
              </a:lnSpc>
              <a:buNone/>
            </a:pPr>
            <a:r>
              <a:rPr lang="en-US" sz="1800" dirty="0">
                <a:solidFill>
                  <a:srgbClr val="C6CEDA"/>
                </a:solidFill>
                <a:latin typeface="Noto Sans KR" pitchFamily="34" charset="0"/>
                <a:ea typeface="Noto Sans KR" pitchFamily="34" charset="-122"/>
                <a:cs typeface="Noto Sans KR" pitchFamily="34" charset="-120"/>
              </a:rPr>
              <a:t>여기가 항목 분석 담당의 산출물</a:t>
            </a:r>
            <a:endParaRPr lang="en-US" sz="1800" dirty="0"/>
          </a:p>
        </p:txBody>
      </p:sp>
      <p:sp>
        <p:nvSpPr>
          <p:cNvPr id="12" name="Shape 10"/>
          <p:cNvSpPr/>
          <p:nvPr/>
        </p:nvSpPr>
        <p:spPr>
          <a:xfrm>
            <a:off x="9229725" y="2262634"/>
            <a:ext cx="3929063" cy="1997273"/>
          </a:xfrm>
          <a:prstGeom prst="roundRect">
            <a:avLst>
              <a:gd name="adj" fmla="val 2861"/>
            </a:avLst>
          </a:prstGeom>
          <a:solidFill>
            <a:srgbClr val="FFFFFF"/>
          </a:solidFill>
          <a:ln w="9525">
            <a:solidFill>
              <a:srgbClr val="E3DED3"/>
            </a:solidFill>
            <a:prstDash val="solid"/>
          </a:ln>
        </p:spPr>
      </p:sp>
      <p:sp>
        <p:nvSpPr>
          <p:cNvPr id="13" name="Text 11"/>
          <p:cNvSpPr/>
          <p:nvPr/>
        </p:nvSpPr>
        <p:spPr>
          <a:xfrm>
            <a:off x="9467850" y="2500759"/>
            <a:ext cx="3798094"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0F6B5E"/>
                </a:solidFill>
                <a:latin typeface="Noto Sans KR" pitchFamily="34" charset="0"/>
                <a:ea typeface="Noto Sans KR" pitchFamily="34" charset="-122"/>
                <a:cs typeface="Noto Sans KR" pitchFamily="34" charset="-120"/>
              </a:rPr>
              <a:t>3 · 참고 조문</a:t>
            </a:r>
            <a:endParaRPr lang="en-US" sz="1800" dirty="0"/>
          </a:p>
        </p:txBody>
      </p:sp>
      <p:sp>
        <p:nvSpPr>
          <p:cNvPr id="14" name="Text 12"/>
          <p:cNvSpPr/>
          <p:nvPr/>
        </p:nvSpPr>
        <p:spPr>
          <a:xfrm>
            <a:off x="9467850" y="2929384"/>
            <a:ext cx="3798094" cy="372368"/>
          </a:xfrm>
          <a:prstGeom prst="rect">
            <a:avLst/>
          </a:prstGeom>
          <a:noFill/>
          <a:ln/>
        </p:spPr>
        <p:txBody>
          <a:bodyPr wrap="square" lIns="25400" tIns="25400" rIns="25400" bIns="25400" rtlCol="0" anchor="t">
            <a:normAutofit/>
          </a:bodyPr>
          <a:lstStyle/>
          <a:p>
            <a:pPr algn="l" indent="0" marL="0">
              <a:lnSpc>
                <a:spcPct val="90000"/>
              </a:lnSpc>
              <a:buNone/>
            </a:pPr>
            <a:r>
              <a:rPr lang="en-US" sz="2025" b="1" dirty="0">
                <a:solidFill>
                  <a:srgbClr val="16202E"/>
                </a:solidFill>
                <a:latin typeface="Noto Sans KR" pitchFamily="34" charset="0"/>
                <a:ea typeface="Noto Sans KR" pitchFamily="34" charset="-122"/>
                <a:cs typeface="Noto Sans KR" pitchFamily="34" charset="-120"/>
              </a:rPr>
              <a:t>검색으로 찾아 붙인 법령</a:t>
            </a:r>
            <a:endParaRPr lang="en-US" sz="2025" dirty="0"/>
          </a:p>
        </p:txBody>
      </p:sp>
      <p:sp>
        <p:nvSpPr>
          <p:cNvPr id="15" name="Text 13"/>
          <p:cNvSpPr/>
          <p:nvPr/>
        </p:nvSpPr>
        <p:spPr>
          <a:xfrm>
            <a:off x="9467850" y="3358902"/>
            <a:ext cx="3798094" cy="369540"/>
          </a:xfrm>
          <a:prstGeom prst="rect">
            <a:avLst/>
          </a:prstGeom>
          <a:noFill/>
          <a:ln/>
        </p:spPr>
        <p:txBody>
          <a:bodyPr wrap="square" lIns="25400" tIns="25400" rIns="25400" bIns="25400" rtlCol="0" anchor="t">
            <a:normAutofit/>
          </a:bodyPr>
          <a:lstStyle/>
          <a:p>
            <a:pPr algn="l" indent="0" marL="0">
              <a:lnSpc>
                <a:spcPct val="99429"/>
              </a:lnSpc>
              <a:buNone/>
            </a:pPr>
            <a:r>
              <a:rPr lang="en-US" sz="1800" dirty="0">
                <a:solidFill>
                  <a:srgbClr val="3C4654"/>
                </a:solidFill>
                <a:latin typeface="Noto Sans KR" pitchFamily="34" charset="0"/>
                <a:ea typeface="Noto Sans KR" pitchFamily="34" charset="-122"/>
                <a:cs typeface="Noto Sans KR" pitchFamily="34" charset="-120"/>
              </a:rPr>
              <a:t>다음 덩어리(⑥)의 주제</a:t>
            </a:r>
            <a:endParaRPr lang="en-US" sz="1800" dirty="0"/>
          </a:p>
        </p:txBody>
      </p:sp>
      <p:sp>
        <p:nvSpPr>
          <p:cNvPr id="16" name="Shape 14"/>
          <p:cNvSpPr/>
          <p:nvPr/>
        </p:nvSpPr>
        <p:spPr>
          <a:xfrm>
            <a:off x="13330238" y="2262634"/>
            <a:ext cx="3929063" cy="1997273"/>
          </a:xfrm>
          <a:prstGeom prst="roundRect">
            <a:avLst>
              <a:gd name="adj" fmla="val 2861"/>
            </a:avLst>
          </a:prstGeom>
          <a:solidFill>
            <a:srgbClr val="FFFFFF"/>
          </a:solidFill>
          <a:ln w="9525">
            <a:solidFill>
              <a:srgbClr val="E3DED3"/>
            </a:solidFill>
            <a:prstDash val="solid"/>
          </a:ln>
        </p:spPr>
      </p:sp>
      <p:sp>
        <p:nvSpPr>
          <p:cNvPr id="17" name="Text 15"/>
          <p:cNvSpPr/>
          <p:nvPr/>
        </p:nvSpPr>
        <p:spPr>
          <a:xfrm>
            <a:off x="13568363" y="2500759"/>
            <a:ext cx="3798094"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0F6B5E"/>
                </a:solidFill>
                <a:latin typeface="Noto Sans KR" pitchFamily="34" charset="0"/>
                <a:ea typeface="Noto Sans KR" pitchFamily="34" charset="-122"/>
                <a:cs typeface="Noto Sans KR" pitchFamily="34" charset="-120"/>
              </a:rPr>
              <a:t>4 · 공고 내용</a:t>
            </a:r>
            <a:endParaRPr lang="en-US" sz="1800" dirty="0"/>
          </a:p>
        </p:txBody>
      </p:sp>
      <p:sp>
        <p:nvSpPr>
          <p:cNvPr id="18" name="Text 16"/>
          <p:cNvSpPr/>
          <p:nvPr/>
        </p:nvSpPr>
        <p:spPr>
          <a:xfrm>
            <a:off x="13568363" y="2929384"/>
            <a:ext cx="3798094" cy="372368"/>
          </a:xfrm>
          <a:prstGeom prst="rect">
            <a:avLst/>
          </a:prstGeom>
          <a:noFill/>
          <a:ln/>
        </p:spPr>
        <p:txBody>
          <a:bodyPr wrap="square" lIns="25400" tIns="25400" rIns="25400" bIns="25400" rtlCol="0" anchor="t">
            <a:normAutofit/>
          </a:bodyPr>
          <a:lstStyle/>
          <a:p>
            <a:pPr algn="l" indent="0" marL="0">
              <a:lnSpc>
                <a:spcPct val="90000"/>
              </a:lnSpc>
              <a:buNone/>
            </a:pPr>
            <a:r>
              <a:rPr lang="en-US" sz="2025" b="1" dirty="0">
                <a:solidFill>
                  <a:srgbClr val="16202E"/>
                </a:solidFill>
                <a:latin typeface="Noto Sans KR" pitchFamily="34" charset="0"/>
                <a:ea typeface="Noto Sans KR" pitchFamily="34" charset="-122"/>
                <a:cs typeface="Noto Sans KR" pitchFamily="34" charset="-120"/>
              </a:rPr>
              <a:t>본문·첨부 + 등록 정보</a:t>
            </a:r>
            <a:endParaRPr lang="en-US" sz="2025" dirty="0"/>
          </a:p>
        </p:txBody>
      </p:sp>
      <p:sp>
        <p:nvSpPr>
          <p:cNvPr id="19" name="Text 17"/>
          <p:cNvSpPr/>
          <p:nvPr/>
        </p:nvSpPr>
        <p:spPr>
          <a:xfrm>
            <a:off x="13568363" y="3358902"/>
            <a:ext cx="3798094" cy="369540"/>
          </a:xfrm>
          <a:prstGeom prst="rect">
            <a:avLst/>
          </a:prstGeom>
          <a:noFill/>
          <a:ln/>
        </p:spPr>
        <p:txBody>
          <a:bodyPr wrap="square" lIns="25400" tIns="25400" rIns="25400" bIns="25400" rtlCol="0" anchor="t">
            <a:normAutofit/>
          </a:bodyPr>
          <a:lstStyle/>
          <a:p>
            <a:pPr algn="l" indent="0" marL="0">
              <a:lnSpc>
                <a:spcPct val="99429"/>
              </a:lnSpc>
              <a:buNone/>
            </a:pPr>
            <a:r>
              <a:rPr lang="en-US" sz="1800" dirty="0">
                <a:solidFill>
                  <a:srgbClr val="3C4654"/>
                </a:solidFill>
                <a:latin typeface="Noto Sans KR" pitchFamily="34" charset="0"/>
                <a:ea typeface="Noto Sans KR" pitchFamily="34" charset="-122"/>
                <a:cs typeface="Noto Sans KR" pitchFamily="34" charset="-120"/>
              </a:rPr>
              <a:t>길이 예산에 맞춰 넣는다</a:t>
            </a:r>
            <a:endParaRPr lang="en-US" sz="1800" dirty="0"/>
          </a:p>
        </p:txBody>
      </p:sp>
      <p:sp>
        <p:nvSpPr>
          <p:cNvPr id="20" name="Shape 18"/>
          <p:cNvSpPr/>
          <p:nvPr/>
        </p:nvSpPr>
        <p:spPr>
          <a:xfrm>
            <a:off x="1028700" y="4564707"/>
            <a:ext cx="16230600" cy="766763"/>
          </a:xfrm>
          <a:prstGeom prst="roundRect">
            <a:avLst>
              <a:gd name="adj" fmla="val 7453"/>
            </a:avLst>
          </a:prstGeom>
          <a:solidFill>
            <a:srgbClr val="EDE9E0"/>
          </a:solidFill>
          <a:ln/>
        </p:spPr>
      </p:sp>
      <p:sp>
        <p:nvSpPr>
          <p:cNvPr id="21" name="Text 19"/>
          <p:cNvSpPr/>
          <p:nvPr/>
        </p:nvSpPr>
        <p:spPr>
          <a:xfrm>
            <a:off x="1295400" y="4755207"/>
            <a:ext cx="16184118" cy="423862"/>
          </a:xfrm>
          <a:prstGeom prst="rect">
            <a:avLst/>
          </a:prstGeom>
          <a:noFill/>
          <a:ln/>
        </p:spPr>
        <p:txBody>
          <a:bodyPr wrap="square" lIns="25400" tIns="25400" rIns="25400" bIns="25400" rtlCol="0" anchor="t">
            <a:normAutofit/>
          </a:bodyPr>
          <a:lstStyle/>
          <a:p>
            <a:pPr algn="l" indent="0" marL="0">
              <a:lnSpc>
                <a:spcPct val="103846"/>
              </a:lnSpc>
              <a:buNone/>
            </a:pPr>
            <a:r>
              <a:rPr lang="en-US" sz="2025" b="1" dirty="0">
                <a:solidFill>
                  <a:srgbClr val="16202E"/>
                </a:solidFill>
                <a:latin typeface="Noto Sans KR" pitchFamily="34" charset="0"/>
                <a:ea typeface="Noto Sans KR" pitchFamily="34" charset="-122"/>
                <a:cs typeface="Noto Sans KR" pitchFamily="34" charset="-120"/>
              </a:rPr>
              <a:t>법령 문장을 그대로 붙이면 모델이 흔들린다 </a:t>
            </a:r>
            <a:pPr algn="l" indent="0" marL="0">
              <a:lnSpc>
                <a:spcPct val="103846"/>
              </a:lnSpc>
              <a:buNone/>
            </a:pPr>
            <a:r>
              <a:rPr lang="en-US" sz="2025" dirty="0">
                <a:solidFill>
                  <a:srgbClr val="3C4654"/>
                </a:solidFill>
                <a:highlight>
                  <a:srgbClr val="EDE9E0"/>
                </a:highlight>
                <a:latin typeface="Noto Sans KR" pitchFamily="34" charset="0"/>
                <a:ea typeface="Noto Sans KR" pitchFamily="34" charset="-122"/>
                <a:cs typeface="Noto Sans KR" pitchFamily="34" charset="-120"/>
              </a:rPr>
              <a:t>— 조문은 사람이 읽기 위한 문장이라 판단 절차가 아니다. 그래서 우리가 절차로 바꿔서 넣는다.</a:t>
            </a:r>
            <a:endParaRPr lang="en-US" sz="2025" dirty="0"/>
          </a:p>
        </p:txBody>
      </p:sp>
      <p:sp>
        <p:nvSpPr>
          <p:cNvPr id="22" name="Shape 20"/>
          <p:cNvSpPr/>
          <p:nvPr/>
        </p:nvSpPr>
        <p:spPr>
          <a:xfrm>
            <a:off x="1028700" y="5636270"/>
            <a:ext cx="7991475" cy="2521744"/>
          </a:xfrm>
          <a:prstGeom prst="roundRect">
            <a:avLst>
              <a:gd name="adj" fmla="val 2266"/>
            </a:avLst>
          </a:prstGeom>
          <a:solidFill>
            <a:srgbClr val="FFFFFF"/>
          </a:solidFill>
          <a:ln w="9525">
            <a:solidFill>
              <a:srgbClr val="E1B9B1"/>
            </a:solidFill>
            <a:prstDash val="solid"/>
          </a:ln>
        </p:spPr>
      </p:sp>
      <p:sp>
        <p:nvSpPr>
          <p:cNvPr id="23" name="Text 21"/>
          <p:cNvSpPr/>
          <p:nvPr/>
        </p:nvSpPr>
        <p:spPr>
          <a:xfrm>
            <a:off x="1304925" y="5874395"/>
            <a:ext cx="8182928"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A4402E"/>
                </a:solidFill>
                <a:latin typeface="Noto Sans KR" pitchFamily="34" charset="0"/>
                <a:ea typeface="Noto Sans KR" pitchFamily="34" charset="-122"/>
                <a:cs typeface="Noto Sans KR" pitchFamily="34" charset="-120"/>
              </a:rPr>
              <a:t>나쁜 지시</a:t>
            </a:r>
            <a:endParaRPr lang="en-US" sz="1800" dirty="0"/>
          </a:p>
        </p:txBody>
      </p:sp>
      <p:sp>
        <p:nvSpPr>
          <p:cNvPr id="24" name="Text 22"/>
          <p:cNvSpPr/>
          <p:nvPr/>
        </p:nvSpPr>
        <p:spPr>
          <a:xfrm>
            <a:off x="1304925" y="6312545"/>
            <a:ext cx="8182928" cy="423863"/>
          </a:xfrm>
          <a:prstGeom prst="rect">
            <a:avLst/>
          </a:prstGeom>
          <a:noFill/>
          <a:ln/>
        </p:spPr>
        <p:txBody>
          <a:bodyPr wrap="square" lIns="25400" tIns="25400" rIns="25400" bIns="25400" rtlCol="0" anchor="t">
            <a:normAutofit/>
          </a:bodyPr>
          <a:lstStyle/>
          <a:p>
            <a:pPr algn="l" indent="0" marL="0">
              <a:lnSpc>
                <a:spcPct val="103846"/>
              </a:lnSpc>
              <a:buNone/>
            </a:pPr>
            <a:r>
              <a:rPr lang="en-US" sz="2025" dirty="0">
                <a:solidFill>
                  <a:srgbClr val="3C4654"/>
                </a:solidFill>
                <a:latin typeface="Noto Sans KR" pitchFamily="34" charset="0"/>
                <a:ea typeface="Noto Sans KR" pitchFamily="34" charset="-122"/>
                <a:cs typeface="Noto Sans KR" pitchFamily="34" charset="-120"/>
              </a:rPr>
              <a:t>"이 공고가 관련 법령에 위반되는지 판단하라."</a:t>
            </a:r>
            <a:endParaRPr lang="en-US" sz="2025" dirty="0"/>
          </a:p>
        </p:txBody>
      </p:sp>
      <p:sp>
        <p:nvSpPr>
          <p:cNvPr id="25" name="Text 23"/>
          <p:cNvSpPr/>
          <p:nvPr/>
        </p:nvSpPr>
        <p:spPr>
          <a:xfrm>
            <a:off x="1304925" y="6803082"/>
            <a:ext cx="8182928" cy="383381"/>
          </a:xfrm>
          <a:prstGeom prst="rect">
            <a:avLst/>
          </a:prstGeom>
          <a:noFill/>
          <a:ln/>
        </p:spPr>
        <p:txBody>
          <a:bodyPr wrap="square" lIns="25400" tIns="25400" rIns="25400" bIns="25400" rtlCol="0" anchor="t">
            <a:normAutofit/>
          </a:bodyPr>
          <a:lstStyle/>
          <a:p>
            <a:pPr algn="l" indent="0" marL="0">
              <a:lnSpc>
                <a:spcPct val="100694"/>
              </a:lnSpc>
              <a:buNone/>
            </a:pPr>
            <a:r>
              <a:rPr lang="en-US" sz="1875" dirty="0">
                <a:solidFill>
                  <a:srgbClr val="7C8492"/>
                </a:solidFill>
                <a:latin typeface="Noto Sans KR" pitchFamily="34" charset="0"/>
                <a:ea typeface="Noto Sans KR" pitchFamily="34" charset="-122"/>
                <a:cs typeface="Noto Sans KR" pitchFamily="34" charset="-120"/>
              </a:rPr>
              <a:t>무엇을 보고, 어떤 기준으로, 없으면 어떻게 할지가 없다</a:t>
            </a:r>
            <a:endParaRPr lang="en-US" sz="1875" dirty="0"/>
          </a:p>
        </p:txBody>
      </p:sp>
      <p:sp>
        <p:nvSpPr>
          <p:cNvPr id="26" name="Shape 24"/>
          <p:cNvSpPr/>
          <p:nvPr/>
        </p:nvSpPr>
        <p:spPr>
          <a:xfrm>
            <a:off x="9267825" y="5636270"/>
            <a:ext cx="7991475" cy="2521744"/>
          </a:xfrm>
          <a:prstGeom prst="roundRect">
            <a:avLst>
              <a:gd name="adj" fmla="val 2266"/>
            </a:avLst>
          </a:prstGeom>
          <a:solidFill>
            <a:srgbClr val="FFFFFF"/>
          </a:solidFill>
          <a:ln w="9525">
            <a:solidFill>
              <a:srgbClr val="CADDD2"/>
            </a:solidFill>
            <a:prstDash val="solid"/>
          </a:ln>
        </p:spPr>
      </p:sp>
      <p:sp>
        <p:nvSpPr>
          <p:cNvPr id="27" name="Text 25"/>
          <p:cNvSpPr/>
          <p:nvPr/>
        </p:nvSpPr>
        <p:spPr>
          <a:xfrm>
            <a:off x="9544050" y="5874395"/>
            <a:ext cx="8182928"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0F6B5E"/>
                </a:solidFill>
                <a:latin typeface="Noto Sans KR" pitchFamily="34" charset="0"/>
                <a:ea typeface="Noto Sans KR" pitchFamily="34" charset="-122"/>
                <a:cs typeface="Noto Sans KR" pitchFamily="34" charset="-120"/>
              </a:rPr>
              <a:t>좋은 지시</a:t>
            </a:r>
            <a:endParaRPr lang="en-US" sz="1800" dirty="0"/>
          </a:p>
        </p:txBody>
      </p:sp>
      <p:sp>
        <p:nvSpPr>
          <p:cNvPr id="28" name="Text 26"/>
          <p:cNvSpPr/>
          <p:nvPr/>
        </p:nvSpPr>
        <p:spPr>
          <a:xfrm>
            <a:off x="9544050" y="6312545"/>
            <a:ext cx="7662196" cy="1195388"/>
          </a:xfrm>
          <a:prstGeom prst="rect">
            <a:avLst/>
          </a:prstGeom>
          <a:noFill/>
          <a:ln/>
        </p:spPr>
        <p:txBody>
          <a:bodyPr wrap="square" lIns="25400" tIns="25400" rIns="25400" bIns="25400" rtlCol="0" anchor="t">
            <a:normAutofit/>
          </a:bodyPr>
          <a:lstStyle/>
          <a:p>
            <a:pPr algn="l" indent="0" marL="0">
              <a:lnSpc>
                <a:spcPct val="103846"/>
              </a:lnSpc>
              <a:buNone/>
            </a:pPr>
            <a:r>
              <a:rPr lang="en-US" sz="2025" dirty="0">
                <a:solidFill>
                  <a:srgbClr val="3C4654"/>
                </a:solidFill>
                <a:latin typeface="Noto Sans KR" pitchFamily="34" charset="0"/>
                <a:ea typeface="Noto Sans KR" pitchFamily="34" charset="-122"/>
                <a:cs typeface="Noto Sans KR" pitchFamily="34" charset="-120"/>
              </a:rPr>
              <a:t>"① 추정가격을 확인한다 ② 참가자격 문단에서 지역 제한 문구를 찾는다 ③ 기준 금액 이상이면서 제한이 있으면 1 ④ 금액을 확인할 수 없으면 0"</a:t>
            </a:r>
            <a:endParaRPr lang="en-US" sz="2025" dirty="0"/>
          </a:p>
        </p:txBody>
      </p:sp>
      <p:sp>
        <p:nvSpPr>
          <p:cNvPr id="29" name="Text 27"/>
          <p:cNvSpPr/>
          <p:nvPr/>
        </p:nvSpPr>
        <p:spPr>
          <a:xfrm>
            <a:off x="9544050" y="7574607"/>
            <a:ext cx="8182928" cy="383381"/>
          </a:xfrm>
          <a:prstGeom prst="rect">
            <a:avLst/>
          </a:prstGeom>
          <a:noFill/>
          <a:ln/>
        </p:spPr>
        <p:txBody>
          <a:bodyPr wrap="square" lIns="25400" tIns="25400" rIns="25400" bIns="25400" rtlCol="0" anchor="t">
            <a:normAutofit/>
          </a:bodyPr>
          <a:lstStyle/>
          <a:p>
            <a:pPr algn="l" indent="0" marL="0">
              <a:lnSpc>
                <a:spcPct val="100694"/>
              </a:lnSpc>
              <a:buNone/>
            </a:pPr>
            <a:r>
              <a:rPr lang="en-US" sz="1875" b="1" dirty="0">
                <a:solidFill>
                  <a:srgbClr val="0F6B5E"/>
                </a:solidFill>
                <a:latin typeface="Noto Sans KR" pitchFamily="34" charset="0"/>
                <a:ea typeface="Noto Sans KR" pitchFamily="34" charset="-122"/>
                <a:cs typeface="Noto Sans KR" pitchFamily="34" charset="-120"/>
              </a:rPr>
              <a:t>모델은 판단 기준을 스스로 만들지 못한다 — 절차를 줘야 한다</a:t>
            </a:r>
            <a:endParaRPr lang="en-US" sz="187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1028700" y="838200"/>
            <a:ext cx="17853660" cy="390525"/>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0F6B5E"/>
                </a:solidFill>
                <a:latin typeface="Noto Sans KR" pitchFamily="34" charset="0"/>
                <a:ea typeface="Noto Sans KR" pitchFamily="34" charset="-122"/>
                <a:cs typeface="Noto Sans KR" pitchFamily="34" charset="-120"/>
              </a:rPr>
              <a:t>⑤ 제약 디코딩 — 답의 모양을 못 박는다</a:t>
            </a:r>
            <a:endParaRPr lang="en-US" sz="1950" dirty="0"/>
          </a:p>
        </p:txBody>
      </p:sp>
      <p:sp>
        <p:nvSpPr>
          <p:cNvPr id="3" name="Text 1"/>
          <p:cNvSpPr/>
          <p:nvPr/>
        </p:nvSpPr>
        <p:spPr>
          <a:xfrm>
            <a:off x="1028700" y="1343025"/>
            <a:ext cx="16973550" cy="734169"/>
          </a:xfrm>
          <a:prstGeom prst="rect">
            <a:avLst/>
          </a:prstGeom>
          <a:noFill/>
          <a:ln/>
        </p:spPr>
        <p:txBody>
          <a:bodyPr wrap="square" lIns="25400" tIns="25400" rIns="25400" bIns="25400" rtlCol="0" anchor="t">
            <a:normAutofit/>
          </a:bodyPr>
          <a:lstStyle/>
          <a:p>
            <a:pPr algn="l" indent="0" marL="0">
              <a:lnSpc>
                <a:spcPct val="87000"/>
              </a:lnSpc>
              <a:buNone/>
            </a:pPr>
            <a:r>
              <a:rPr lang="en-US" sz="4350" b="1" spc="-43" kern="0" dirty="0">
                <a:solidFill>
                  <a:srgbClr val="16202E"/>
                </a:solidFill>
                <a:latin typeface="Noto Sans KR" pitchFamily="34" charset="0"/>
                <a:ea typeface="Noto Sans KR" pitchFamily="34" charset="-122"/>
                <a:cs typeface="Noto Sans KR" pitchFamily="34" charset="-120"/>
              </a:rPr>
              <a:t>1,853건을 표로 옮기려면 답 모양이 매번 같아야 한다</a:t>
            </a:r>
            <a:endParaRPr lang="en-US" sz="4350" dirty="0"/>
          </a:p>
        </p:txBody>
      </p:sp>
      <p:sp>
        <p:nvSpPr>
          <p:cNvPr id="4" name="Shape 2"/>
          <p:cNvSpPr/>
          <p:nvPr/>
        </p:nvSpPr>
        <p:spPr>
          <a:xfrm>
            <a:off x="1028700" y="2381994"/>
            <a:ext cx="7574607" cy="1733550"/>
          </a:xfrm>
          <a:prstGeom prst="roundRect">
            <a:avLst>
              <a:gd name="adj" fmla="val 3297"/>
            </a:avLst>
          </a:prstGeom>
          <a:solidFill>
            <a:srgbClr val="FFFFFF"/>
          </a:solidFill>
          <a:ln w="9525">
            <a:solidFill>
              <a:srgbClr val="E1B9B1"/>
            </a:solidFill>
            <a:prstDash val="solid"/>
          </a:ln>
        </p:spPr>
      </p:sp>
      <p:sp>
        <p:nvSpPr>
          <p:cNvPr id="5" name="Text 3"/>
          <p:cNvSpPr/>
          <p:nvPr/>
        </p:nvSpPr>
        <p:spPr>
          <a:xfrm>
            <a:off x="1323975" y="2639169"/>
            <a:ext cx="7682463"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A4402E"/>
                </a:solidFill>
                <a:latin typeface="Noto Sans KR" pitchFamily="34" charset="0"/>
                <a:ea typeface="Noto Sans KR" pitchFamily="34" charset="-122"/>
                <a:cs typeface="Noto Sans KR" pitchFamily="34" charset="-120"/>
              </a:rPr>
              <a:t>자유롭게 답하게 하면</a:t>
            </a:r>
            <a:endParaRPr lang="en-US" sz="1800" dirty="0"/>
          </a:p>
        </p:txBody>
      </p:sp>
      <p:sp>
        <p:nvSpPr>
          <p:cNvPr id="6" name="Text 4"/>
          <p:cNvSpPr/>
          <p:nvPr/>
        </p:nvSpPr>
        <p:spPr>
          <a:xfrm>
            <a:off x="1323975" y="3086844"/>
            <a:ext cx="7193579" cy="809625"/>
          </a:xfrm>
          <a:prstGeom prst="rect">
            <a:avLst/>
          </a:prstGeom>
          <a:noFill/>
          <a:ln/>
        </p:spPr>
        <p:txBody>
          <a:bodyPr wrap="square" lIns="25400" tIns="25400" rIns="25400" bIns="25400" rtlCol="0" anchor="t">
            <a:normAutofit/>
          </a:bodyPr>
          <a:lstStyle/>
          <a:p>
            <a:pPr algn="l" indent="0" marL="0">
              <a:lnSpc>
                <a:spcPct val="103846"/>
              </a:lnSpc>
              <a:buNone/>
            </a:pPr>
            <a:r>
              <a:rPr lang="en-US" sz="2025" dirty="0">
                <a:solidFill>
                  <a:srgbClr val="3C4654"/>
                </a:solidFill>
                <a:latin typeface="Noto Sans KR" pitchFamily="34" charset="0"/>
                <a:ea typeface="Noto Sans KR" pitchFamily="34" charset="-122"/>
                <a:cs typeface="Noto Sans KR" pitchFamily="34" charset="-120"/>
              </a:rPr>
              <a:t>어떤 건 표로, 어떤 건 설명을 붙여서, 어떤 건 항목 몇 개를 빼먹고 대답한다 → </a:t>
            </a:r>
            <a:pPr algn="l" indent="0" marL="0">
              <a:lnSpc>
                <a:spcPct val="103846"/>
              </a:lnSpc>
              <a:buNone/>
            </a:pPr>
            <a:r>
              <a:rPr lang="en-US" sz="2025" b="1" dirty="0">
                <a:solidFill>
                  <a:srgbClr val="A4402E"/>
                </a:solidFill>
                <a:latin typeface="Noto Sans KR" pitchFamily="34" charset="0"/>
                <a:ea typeface="Noto Sans KR" pitchFamily="34" charset="-122"/>
                <a:cs typeface="Noto Sans KR" pitchFamily="34" charset="-120"/>
              </a:rPr>
              <a:t>표로 옮길 수 없다</a:t>
            </a:r>
            <a:endParaRPr lang="en-US" sz="2025" dirty="0"/>
          </a:p>
        </p:txBody>
      </p:sp>
      <p:sp>
        <p:nvSpPr>
          <p:cNvPr id="7" name="Shape 5"/>
          <p:cNvSpPr/>
          <p:nvPr/>
        </p:nvSpPr>
        <p:spPr>
          <a:xfrm>
            <a:off x="1028700" y="4267944"/>
            <a:ext cx="7574607" cy="2521744"/>
          </a:xfrm>
          <a:prstGeom prst="roundRect">
            <a:avLst>
              <a:gd name="adj" fmla="val 2266"/>
            </a:avLst>
          </a:prstGeom>
          <a:solidFill>
            <a:srgbClr val="16202E"/>
          </a:solidFill>
          <a:ln/>
        </p:spPr>
      </p:sp>
      <p:sp>
        <p:nvSpPr>
          <p:cNvPr id="8" name="Text 6"/>
          <p:cNvSpPr/>
          <p:nvPr/>
        </p:nvSpPr>
        <p:spPr>
          <a:xfrm>
            <a:off x="1314450" y="4515594"/>
            <a:ext cx="7703418"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6FC3B2"/>
                </a:solidFill>
                <a:latin typeface="Noto Sans KR" pitchFamily="34" charset="0"/>
                <a:ea typeface="Noto Sans KR" pitchFamily="34" charset="-122"/>
                <a:cs typeface="Noto Sans KR" pitchFamily="34" charset="-120"/>
              </a:rPr>
              <a:t>제약 디코딩이란</a:t>
            </a:r>
            <a:endParaRPr lang="en-US" sz="1800" dirty="0"/>
          </a:p>
        </p:txBody>
      </p:sp>
      <p:sp>
        <p:nvSpPr>
          <p:cNvPr id="9" name="Text 7"/>
          <p:cNvSpPr/>
          <p:nvPr/>
        </p:nvSpPr>
        <p:spPr>
          <a:xfrm>
            <a:off x="1314450" y="4963269"/>
            <a:ext cx="7213201" cy="784622"/>
          </a:xfrm>
          <a:prstGeom prst="rect">
            <a:avLst/>
          </a:prstGeom>
          <a:noFill/>
          <a:ln/>
        </p:spPr>
        <p:txBody>
          <a:bodyPr wrap="square" lIns="25400" tIns="25400" rIns="25400" bIns="25400" rtlCol="0" anchor="t">
            <a:normAutofit/>
          </a:bodyPr>
          <a:lstStyle/>
          <a:p>
            <a:pPr algn="l" indent="0" marL="0">
              <a:lnSpc>
                <a:spcPct val="98000"/>
              </a:lnSpc>
              <a:buNone/>
            </a:pPr>
            <a:r>
              <a:rPr lang="en-US" sz="2100" b="1" dirty="0">
                <a:solidFill>
                  <a:srgbClr val="F6F4EF"/>
                </a:solidFill>
                <a:latin typeface="Noto Sans KR" pitchFamily="34" charset="0"/>
                <a:ea typeface="Noto Sans KR" pitchFamily="34" charset="-122"/>
                <a:cs typeface="Noto Sans KR" pitchFamily="34" charset="-120"/>
              </a:rPr>
              <a:t>답의 모양을 미리 정해두고, 그 모양을 벗어나는 출력을 애초에 만들지 못하게 하는 장치</a:t>
            </a:r>
            <a:endParaRPr lang="en-US" sz="2100" dirty="0"/>
          </a:p>
        </p:txBody>
      </p:sp>
      <p:sp>
        <p:nvSpPr>
          <p:cNvPr id="10" name="Text 8"/>
          <p:cNvSpPr/>
          <p:nvPr/>
        </p:nvSpPr>
        <p:spPr>
          <a:xfrm>
            <a:off x="1314450" y="5824091"/>
            <a:ext cx="7213201" cy="756047"/>
          </a:xfrm>
          <a:prstGeom prst="rect">
            <a:avLst/>
          </a:prstGeom>
          <a:noFill/>
          <a:ln/>
        </p:spPr>
        <p:txBody>
          <a:bodyPr wrap="square" lIns="25400" tIns="25400" rIns="25400" bIns="25400" rtlCol="0" anchor="t">
            <a:normAutofit/>
          </a:bodyPr>
          <a:lstStyle/>
          <a:p>
            <a:pPr algn="l" indent="0" marL="0">
              <a:lnSpc>
                <a:spcPct val="101892"/>
              </a:lnSpc>
              <a:buNone/>
            </a:pPr>
            <a:r>
              <a:rPr lang="en-US" sz="1950" dirty="0">
                <a:solidFill>
                  <a:srgbClr val="C6CEDA"/>
                </a:solidFill>
                <a:latin typeface="Noto Sans KR" pitchFamily="34" charset="0"/>
                <a:ea typeface="Noto Sans KR" pitchFamily="34" charset="-122"/>
                <a:cs typeface="Noto Sans KR" pitchFamily="34" charset="-120"/>
              </a:rPr>
              <a:t>우리가 강제하는 모양 — 24개 항목이 모두 있고, 각 항목은 0 또는 1, 근거는 문자열</a:t>
            </a:r>
            <a:endParaRPr lang="en-US" sz="1950" dirty="0"/>
          </a:p>
        </p:txBody>
      </p:sp>
      <p:sp>
        <p:nvSpPr>
          <p:cNvPr id="11" name="Shape 9"/>
          <p:cNvSpPr/>
          <p:nvPr/>
        </p:nvSpPr>
        <p:spPr>
          <a:xfrm>
            <a:off x="1028700" y="6942088"/>
            <a:ext cx="7574607" cy="1123950"/>
          </a:xfrm>
          <a:prstGeom prst="roundRect">
            <a:avLst>
              <a:gd name="adj" fmla="val 5085"/>
            </a:avLst>
          </a:prstGeom>
          <a:solidFill>
            <a:srgbClr val="EDE9E0"/>
          </a:solidFill>
          <a:ln/>
        </p:spPr>
      </p:sp>
      <p:sp>
        <p:nvSpPr>
          <p:cNvPr id="12" name="Text 10"/>
          <p:cNvSpPr/>
          <p:nvPr/>
        </p:nvSpPr>
        <p:spPr>
          <a:xfrm>
            <a:off x="1295400" y="7132588"/>
            <a:ext cx="7268446" cy="781050"/>
          </a:xfrm>
          <a:prstGeom prst="rect">
            <a:avLst/>
          </a:prstGeom>
          <a:noFill/>
          <a:ln/>
        </p:spPr>
        <p:txBody>
          <a:bodyPr wrap="square" lIns="25400" tIns="25400" rIns="25400" bIns="25400" rtlCol="0" anchor="t">
            <a:normAutofit/>
          </a:bodyPr>
          <a:lstStyle/>
          <a:p>
            <a:pPr algn="l" indent="0" marL="0">
              <a:lnSpc>
                <a:spcPct val="105405"/>
              </a:lnSpc>
              <a:buNone/>
            </a:pPr>
            <a:r>
              <a:rPr lang="en-US" sz="1950" dirty="0">
                <a:solidFill>
                  <a:srgbClr val="3C4654"/>
                </a:solidFill>
                <a:highlight>
                  <a:srgbClr val="EDE9E0"/>
                </a:highlight>
                <a:latin typeface="Noto Sans KR" pitchFamily="34" charset="0"/>
                <a:ea typeface="Noto Sans KR" pitchFamily="34" charset="-122"/>
                <a:cs typeface="Noto Sans KR" pitchFamily="34" charset="-120"/>
              </a:rPr>
              <a:t>부수 효과 — 설명을 길게 쓰지 않으니 </a:t>
            </a:r>
            <a:pPr algn="l" indent="0" marL="0">
              <a:lnSpc>
                <a:spcPct val="105405"/>
              </a:lnSpc>
              <a:buNone/>
            </a:pPr>
            <a:r>
              <a:rPr lang="en-US" sz="1950" b="1" dirty="0">
                <a:solidFill>
                  <a:srgbClr val="16202E"/>
                </a:solidFill>
                <a:latin typeface="Noto Sans KR" pitchFamily="34" charset="0"/>
                <a:ea typeface="Noto Sans KR" pitchFamily="34" charset="-122"/>
                <a:cs typeface="Noto Sans KR" pitchFamily="34" charset="-120"/>
              </a:rPr>
              <a:t>빠르다 </a:t>
            </a:r>
            <a:pPr algn="l" indent="0" marL="0">
              <a:lnSpc>
                <a:spcPct val="105405"/>
              </a:lnSpc>
              <a:buNone/>
            </a:pPr>
            <a:r>
              <a:rPr lang="en-US" sz="1950" dirty="0">
                <a:solidFill>
                  <a:srgbClr val="3C4654"/>
                </a:solidFill>
                <a:highlight>
                  <a:srgbClr val="EDE9E0"/>
                </a:highlight>
                <a:latin typeface="Noto Sans KR" pitchFamily="34" charset="0"/>
                <a:ea typeface="Noto Sans KR" pitchFamily="34" charset="-122"/>
                <a:cs typeface="Noto Sans KR" pitchFamily="34" charset="-120"/>
              </a:rPr>
              <a:t>. 건당 4초 예산에도 유리하다.</a:t>
            </a:r>
            <a:endParaRPr lang="en-US" sz="1950" dirty="0"/>
          </a:p>
        </p:txBody>
      </p:sp>
      <p:sp>
        <p:nvSpPr>
          <p:cNvPr id="13" name="Shape 11"/>
          <p:cNvSpPr/>
          <p:nvPr/>
        </p:nvSpPr>
        <p:spPr>
          <a:xfrm>
            <a:off x="8927157" y="2381994"/>
            <a:ext cx="8332143" cy="1619250"/>
          </a:xfrm>
          <a:prstGeom prst="roundRect">
            <a:avLst>
              <a:gd name="adj" fmla="val 3529"/>
            </a:avLst>
          </a:prstGeom>
          <a:solidFill>
            <a:srgbClr val="FFFFFF"/>
          </a:solidFill>
          <a:ln w="9525">
            <a:solidFill>
              <a:srgbClr val="E1B9B1"/>
            </a:solidFill>
            <a:prstDash val="solid"/>
          </a:ln>
        </p:spPr>
      </p:sp>
      <p:sp>
        <p:nvSpPr>
          <p:cNvPr id="14" name="Text 12"/>
          <p:cNvSpPr/>
          <p:nvPr/>
        </p:nvSpPr>
        <p:spPr>
          <a:xfrm>
            <a:off x="9203382" y="2620119"/>
            <a:ext cx="8557662"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A4402E"/>
                </a:solidFill>
                <a:latin typeface="Noto Sans KR" pitchFamily="34" charset="0"/>
                <a:ea typeface="Noto Sans KR" pitchFamily="34" charset="-122"/>
                <a:cs typeface="Noto Sans KR" pitchFamily="34" charset="-120"/>
              </a:rPr>
              <a:t>강제하지 않으면 — 매번 다른 모양</a:t>
            </a:r>
            <a:endParaRPr lang="en-US" sz="1800" dirty="0"/>
          </a:p>
        </p:txBody>
      </p:sp>
      <p:sp>
        <p:nvSpPr>
          <p:cNvPr id="15" name="Text 13"/>
          <p:cNvSpPr/>
          <p:nvPr/>
        </p:nvSpPr>
        <p:spPr>
          <a:xfrm>
            <a:off x="9203382" y="3048744"/>
            <a:ext cx="8013083" cy="752475"/>
          </a:xfrm>
          <a:prstGeom prst="rect">
            <a:avLst/>
          </a:prstGeom>
          <a:noFill/>
          <a:ln/>
        </p:spPr>
        <p:txBody>
          <a:bodyPr wrap="square" lIns="25400" tIns="25400" rIns="25400" bIns="25400" rtlCol="0" anchor="t">
            <a:normAutofit/>
          </a:bodyPr>
          <a:lstStyle/>
          <a:p>
            <a:pPr algn="l" indent="0" marL="0">
              <a:lnSpc>
                <a:spcPct val="104167"/>
              </a:lnSpc>
              <a:buNone/>
            </a:pPr>
            <a:r>
              <a:rPr lang="en-US" sz="1875" dirty="0">
                <a:solidFill>
                  <a:srgbClr val="3C4654"/>
                </a:solidFill>
                <a:latin typeface="Noto Sans KR" pitchFamily="34" charset="0"/>
                <a:ea typeface="Noto Sans KR" pitchFamily="34" charset="-122"/>
                <a:cs typeface="Noto Sans KR" pitchFamily="34" charset="-120"/>
              </a:rPr>
              <a:t>"검토 결과 이 공고는 지역제한과 관련하여 문제가 있어 보입니다. 아래 표를 참고하세요 …"</a:t>
            </a:r>
            <a:endParaRPr lang="en-US" sz="1875" dirty="0"/>
          </a:p>
        </p:txBody>
      </p:sp>
      <p:sp>
        <p:nvSpPr>
          <p:cNvPr id="16" name="Shape 14"/>
          <p:cNvSpPr/>
          <p:nvPr/>
        </p:nvSpPr>
        <p:spPr>
          <a:xfrm>
            <a:off x="8927157" y="4153644"/>
            <a:ext cx="8332143" cy="2488406"/>
          </a:xfrm>
          <a:prstGeom prst="roundRect">
            <a:avLst>
              <a:gd name="adj" fmla="val 2297"/>
            </a:avLst>
          </a:prstGeom>
          <a:solidFill>
            <a:srgbClr val="FFFFFF"/>
          </a:solidFill>
          <a:ln w="9525">
            <a:solidFill>
              <a:srgbClr val="CADDD2"/>
            </a:solidFill>
            <a:prstDash val="solid"/>
          </a:ln>
        </p:spPr>
      </p:sp>
      <p:sp>
        <p:nvSpPr>
          <p:cNvPr id="17" name="Text 15"/>
          <p:cNvSpPr/>
          <p:nvPr/>
        </p:nvSpPr>
        <p:spPr>
          <a:xfrm>
            <a:off x="9203382" y="4391769"/>
            <a:ext cx="8557662"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0F6B5E"/>
                </a:solidFill>
                <a:latin typeface="Noto Sans KR" pitchFamily="34" charset="0"/>
                <a:ea typeface="Noto Sans KR" pitchFamily="34" charset="-122"/>
                <a:cs typeface="Noto Sans KR" pitchFamily="34" charset="-120"/>
              </a:rPr>
              <a:t>강제하면 — 항상 같은 모양</a:t>
            </a:r>
            <a:endParaRPr lang="en-US" sz="1800" dirty="0"/>
          </a:p>
        </p:txBody>
      </p:sp>
      <p:sp>
        <p:nvSpPr>
          <p:cNvPr id="18" name="Text 16"/>
          <p:cNvSpPr/>
          <p:nvPr/>
        </p:nvSpPr>
        <p:spPr>
          <a:xfrm>
            <a:off x="9203382" y="4820394"/>
            <a:ext cx="8013083" cy="1181100"/>
          </a:xfrm>
          <a:prstGeom prst="rect">
            <a:avLst/>
          </a:prstGeom>
          <a:noFill/>
          <a:ln/>
        </p:spPr>
        <p:txBody>
          <a:bodyPr wrap="square" lIns="25400" tIns="25400" rIns="25400" bIns="25400" rtlCol="0" anchor="t">
            <a:normAutofit/>
          </a:bodyPr>
          <a:lstStyle/>
          <a:p>
            <a:pPr algn="l" indent="0" marL="0">
              <a:lnSpc>
                <a:spcPct val="111111"/>
              </a:lnSpc>
              <a:buNone/>
            </a:pPr>
            <a:r>
              <a:rPr lang="en-US" sz="1875" dirty="0">
                <a:solidFill>
                  <a:srgbClr val="3C4654"/>
                </a:solidFill>
                <a:latin typeface="Noto Sans KR" pitchFamily="34" charset="0"/>
                <a:ea typeface="Noto Sans KR" pitchFamily="34" charset="-122"/>
                <a:cs typeface="Noto Sans KR" pitchFamily="34" charset="-120"/>
              </a:rPr>
              <a:t>{ "v1": 0, "e1": "", "v5": 1, "e5": "본 입찰은 … 제한한다", … 24개 항목 전부 }</a:t>
            </a:r>
            <a:endParaRPr lang="en-US" sz="1875" dirty="0"/>
          </a:p>
        </p:txBody>
      </p:sp>
      <p:sp>
        <p:nvSpPr>
          <p:cNvPr id="19" name="Text 17"/>
          <p:cNvSpPr/>
          <p:nvPr/>
        </p:nvSpPr>
        <p:spPr>
          <a:xfrm>
            <a:off x="9203382" y="6058644"/>
            <a:ext cx="8557662" cy="383381"/>
          </a:xfrm>
          <a:prstGeom prst="rect">
            <a:avLst/>
          </a:prstGeom>
          <a:noFill/>
          <a:ln/>
        </p:spPr>
        <p:txBody>
          <a:bodyPr wrap="square" lIns="25400" tIns="25400" rIns="25400" bIns="25400" rtlCol="0" anchor="t">
            <a:normAutofit/>
          </a:bodyPr>
          <a:lstStyle/>
          <a:p>
            <a:pPr algn="l" indent="0" marL="0">
              <a:lnSpc>
                <a:spcPct val="100694"/>
              </a:lnSpc>
              <a:buNone/>
            </a:pPr>
            <a:r>
              <a:rPr lang="en-US" sz="1875" b="1" dirty="0">
                <a:solidFill>
                  <a:srgbClr val="0F6B5E"/>
                </a:solidFill>
                <a:latin typeface="Noto Sans KR" pitchFamily="34" charset="0"/>
                <a:ea typeface="Noto Sans KR" pitchFamily="34" charset="-122"/>
                <a:cs typeface="Noto Sans KR" pitchFamily="34" charset="-120"/>
              </a:rPr>
              <a:t>항목이 빠질 수 없고, 0/1 아닌 값이 들어올 수 없다</a:t>
            </a:r>
            <a:endParaRPr lang="en-US" sz="1875" dirty="0"/>
          </a:p>
        </p:txBody>
      </p:sp>
      <p:sp>
        <p:nvSpPr>
          <p:cNvPr id="20" name="Shape 18"/>
          <p:cNvSpPr/>
          <p:nvPr/>
        </p:nvSpPr>
        <p:spPr>
          <a:xfrm>
            <a:off x="8927157" y="6794450"/>
            <a:ext cx="8332143" cy="1117997"/>
          </a:xfrm>
          <a:prstGeom prst="roundRect">
            <a:avLst>
              <a:gd name="adj" fmla="val 5112"/>
            </a:avLst>
          </a:prstGeom>
          <a:solidFill>
            <a:srgbClr val="FFFFFF"/>
          </a:solidFill>
          <a:ln w="9525">
            <a:solidFill>
              <a:srgbClr val="E3DED3"/>
            </a:solidFill>
            <a:prstDash val="solid"/>
          </a:ln>
        </p:spPr>
      </p:sp>
      <p:sp>
        <p:nvSpPr>
          <p:cNvPr id="21" name="Text 19"/>
          <p:cNvSpPr/>
          <p:nvPr/>
        </p:nvSpPr>
        <p:spPr>
          <a:xfrm>
            <a:off x="9203382" y="6994475"/>
            <a:ext cx="8029657" cy="756047"/>
          </a:xfrm>
          <a:prstGeom prst="rect">
            <a:avLst/>
          </a:prstGeom>
          <a:noFill/>
          <a:ln/>
        </p:spPr>
        <p:txBody>
          <a:bodyPr wrap="square" lIns="25400" tIns="25400" rIns="25400" bIns="25400" rtlCol="0" anchor="t">
            <a:normAutofit/>
          </a:bodyPr>
          <a:lstStyle/>
          <a:p>
            <a:pPr algn="l" indent="0" marL="0">
              <a:lnSpc>
                <a:spcPct val="101892"/>
              </a:lnSpc>
              <a:buNone/>
            </a:pPr>
            <a:r>
              <a:rPr lang="en-US" sz="1950" dirty="0">
                <a:solidFill>
                  <a:srgbClr val="3C4654"/>
                </a:solidFill>
                <a:highlight>
                  <a:srgbClr val="FFFFFF"/>
                </a:highlight>
                <a:latin typeface="Noto Sans KR" pitchFamily="34" charset="0"/>
                <a:ea typeface="Noto Sans KR" pitchFamily="34" charset="-122"/>
                <a:cs typeface="Noto Sans KR" pitchFamily="34" charset="-120"/>
              </a:rPr>
              <a:t>이 장치는 </a:t>
            </a:r>
            <a:pPr algn="l" indent="0" marL="0">
              <a:lnSpc>
                <a:spcPct val="101892"/>
              </a:lnSpc>
              <a:buNone/>
            </a:pPr>
            <a:r>
              <a:rPr lang="en-US" sz="1950" b="1" dirty="0">
                <a:solidFill>
                  <a:srgbClr val="16202E"/>
                </a:solidFill>
                <a:latin typeface="Noto Sans KR" pitchFamily="34" charset="0"/>
                <a:ea typeface="Noto Sans KR" pitchFamily="34" charset="-122"/>
                <a:cs typeface="Noto Sans KR" pitchFamily="34" charset="-120"/>
              </a:rPr>
              <a:t>이미 베이스라인에 들어 있다 </a:t>
            </a:r>
            <a:pPr algn="l" indent="0" marL="0">
              <a:lnSpc>
                <a:spcPct val="101892"/>
              </a:lnSpc>
              <a:buNone/>
            </a:pPr>
            <a:r>
              <a:rPr lang="en-US" sz="1950" dirty="0">
                <a:solidFill>
                  <a:srgbClr val="3C4654"/>
                </a:solidFill>
                <a:highlight>
                  <a:srgbClr val="FFFFFF"/>
                </a:highlight>
                <a:latin typeface="Noto Sans KR" pitchFamily="34" charset="0"/>
                <a:ea typeface="Noto Sans KR" pitchFamily="34" charset="-122"/>
                <a:cs typeface="Noto Sans KR" pitchFamily="34" charset="-120"/>
              </a:rPr>
              <a:t>— 새로 만들 게 아니라 있는 걸 알고 쓰는 것</a:t>
            </a:r>
            <a:endParaRPr lang="en-US" sz="1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202E"/>
        </a:solidFill>
      </p:bgPr>
    </p:bg>
    <p:spTree>
      <p:nvGrpSpPr>
        <p:cNvPr id="1" name=""/>
        <p:cNvGrpSpPr/>
        <p:nvPr/>
      </p:nvGrpSpPr>
      <p:grpSpPr>
        <a:xfrm>
          <a:off x="0" y="0"/>
          <a:ext cx="0" cy="0"/>
          <a:chOff x="0" y="0"/>
          <a:chExt cx="0" cy="0"/>
        </a:xfrm>
      </p:grpSpPr>
      <p:sp>
        <p:nvSpPr>
          <p:cNvPr id="2" name="Text 0"/>
          <p:cNvSpPr/>
          <p:nvPr/>
        </p:nvSpPr>
        <p:spPr>
          <a:xfrm>
            <a:off x="1028700" y="838200"/>
            <a:ext cx="17853660" cy="390525"/>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6FC3B2"/>
                </a:solidFill>
                <a:latin typeface="Noto Sans KR" pitchFamily="34" charset="0"/>
                <a:ea typeface="Noto Sans KR" pitchFamily="34" charset="-122"/>
                <a:cs typeface="Noto Sans KR" pitchFamily="34" charset="-120"/>
              </a:rPr>
              <a:t>⑥ 검색(RAG) — 1/4 · 왜 필요한가</a:t>
            </a:r>
            <a:endParaRPr lang="en-US" sz="1950" dirty="0"/>
          </a:p>
        </p:txBody>
      </p:sp>
      <p:sp>
        <p:nvSpPr>
          <p:cNvPr id="3" name="Text 1"/>
          <p:cNvSpPr/>
          <p:nvPr/>
        </p:nvSpPr>
        <p:spPr>
          <a:xfrm>
            <a:off x="1028700" y="1343025"/>
            <a:ext cx="16973550" cy="734169"/>
          </a:xfrm>
          <a:prstGeom prst="rect">
            <a:avLst/>
          </a:prstGeom>
          <a:noFill/>
          <a:ln/>
        </p:spPr>
        <p:txBody>
          <a:bodyPr wrap="square" lIns="25400" tIns="25400" rIns="25400" bIns="25400" rtlCol="0" anchor="t">
            <a:normAutofit/>
          </a:bodyPr>
          <a:lstStyle/>
          <a:p>
            <a:pPr algn="l" indent="0" marL="0">
              <a:lnSpc>
                <a:spcPct val="87000"/>
              </a:lnSpc>
              <a:buNone/>
            </a:pPr>
            <a:r>
              <a:rPr lang="en-US" sz="4350" b="1" spc="-43" kern="0" dirty="0">
                <a:solidFill>
                  <a:srgbClr val="F6F4EF"/>
                </a:solidFill>
                <a:latin typeface="Noto Sans KR" pitchFamily="34" charset="0"/>
                <a:ea typeface="Noto Sans KR" pitchFamily="34" charset="-122"/>
                <a:cs typeface="Noto Sans KR" pitchFamily="34" charset="-120"/>
              </a:rPr>
              <a:t>법령을 다 넣을 수 없으니, 필요한 부분만 찾아서 넣는다</a:t>
            </a:r>
            <a:endParaRPr lang="en-US" sz="4350" dirty="0"/>
          </a:p>
        </p:txBody>
      </p:sp>
      <p:sp>
        <p:nvSpPr>
          <p:cNvPr id="4" name="Shape 2"/>
          <p:cNvSpPr/>
          <p:nvPr/>
        </p:nvSpPr>
        <p:spPr>
          <a:xfrm>
            <a:off x="1028700" y="2401044"/>
            <a:ext cx="5270450" cy="2497931"/>
          </a:xfrm>
          <a:prstGeom prst="roundRect">
            <a:avLst>
              <a:gd name="adj" fmla="val 2288"/>
            </a:avLst>
          </a:prstGeom>
          <a:solidFill>
            <a:srgbClr val="1E2B3B"/>
          </a:solidFill>
          <a:ln w="9525">
            <a:solidFill>
              <a:srgbClr val="33404F"/>
            </a:solidFill>
            <a:prstDash val="solid"/>
          </a:ln>
        </p:spPr>
      </p:sp>
      <p:sp>
        <p:nvSpPr>
          <p:cNvPr id="5" name="Text 3"/>
          <p:cNvSpPr/>
          <p:nvPr/>
        </p:nvSpPr>
        <p:spPr>
          <a:xfrm>
            <a:off x="1304925" y="2658219"/>
            <a:ext cx="5189800"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6FC3B2"/>
                </a:solidFill>
                <a:latin typeface="Noto Sans KR" pitchFamily="34" charset="0"/>
                <a:ea typeface="Noto Sans KR" pitchFamily="34" charset="-122"/>
                <a:cs typeface="Noto Sans KR" pitchFamily="34" charset="-120"/>
              </a:rPr>
              <a:t>문제</a:t>
            </a:r>
            <a:endParaRPr lang="en-US" sz="1800" dirty="0"/>
          </a:p>
        </p:txBody>
      </p:sp>
      <p:sp>
        <p:nvSpPr>
          <p:cNvPr id="6" name="Text 4"/>
          <p:cNvSpPr/>
          <p:nvPr/>
        </p:nvSpPr>
        <p:spPr>
          <a:xfrm>
            <a:off x="1304925" y="3105894"/>
            <a:ext cx="4859540" cy="809625"/>
          </a:xfrm>
          <a:prstGeom prst="rect">
            <a:avLst/>
          </a:prstGeom>
          <a:noFill/>
          <a:ln/>
        </p:spPr>
        <p:txBody>
          <a:bodyPr wrap="square" lIns="25400" tIns="25400" rIns="25400" bIns="25400" rtlCol="0" anchor="t">
            <a:normAutofit/>
          </a:bodyPr>
          <a:lstStyle/>
          <a:p>
            <a:pPr algn="l" indent="0" marL="0">
              <a:lnSpc>
                <a:spcPct val="92045"/>
              </a:lnSpc>
              <a:buNone/>
            </a:pPr>
            <a:r>
              <a:rPr lang="en-US" sz="2250" b="1" dirty="0">
                <a:solidFill>
                  <a:srgbClr val="F6F4EF"/>
                </a:solidFill>
                <a:latin typeface="Noto Sans KR" pitchFamily="34" charset="0"/>
                <a:ea typeface="Noto Sans KR" pitchFamily="34" charset="-122"/>
                <a:cs typeface="Noto Sans KR" pitchFamily="34" charset="-120"/>
              </a:rPr>
              <a:t>참고할 법령이 전문 23건인데, 프롬프트 예산은 14,848토큰</a:t>
            </a:r>
            <a:endParaRPr lang="en-US" sz="2250" dirty="0"/>
          </a:p>
        </p:txBody>
      </p:sp>
      <p:sp>
        <p:nvSpPr>
          <p:cNvPr id="7" name="Text 5"/>
          <p:cNvSpPr/>
          <p:nvPr/>
        </p:nvSpPr>
        <p:spPr>
          <a:xfrm>
            <a:off x="1304925" y="3991719"/>
            <a:ext cx="5189800" cy="383381"/>
          </a:xfrm>
          <a:prstGeom prst="rect">
            <a:avLst/>
          </a:prstGeom>
          <a:noFill/>
          <a:ln/>
        </p:spPr>
        <p:txBody>
          <a:bodyPr wrap="square" lIns="25400" tIns="25400" rIns="25400" bIns="25400" rtlCol="0" anchor="t">
            <a:normAutofit/>
          </a:bodyPr>
          <a:lstStyle/>
          <a:p>
            <a:pPr algn="l" indent="0" marL="0">
              <a:lnSpc>
                <a:spcPct val="100694"/>
              </a:lnSpc>
              <a:buNone/>
            </a:pPr>
            <a:r>
              <a:rPr lang="en-US" sz="1875" dirty="0">
                <a:solidFill>
                  <a:srgbClr val="C6CEDA"/>
                </a:solidFill>
                <a:latin typeface="Noto Sans KR" pitchFamily="34" charset="0"/>
                <a:ea typeface="Noto Sans KR" pitchFamily="34" charset="-122"/>
                <a:cs typeface="Noto Sans KR" pitchFamily="34" charset="-120"/>
              </a:rPr>
              <a:t>전부 넣는 것은 애초에 불가능하다</a:t>
            </a:r>
            <a:endParaRPr lang="en-US" sz="1875" dirty="0"/>
          </a:p>
        </p:txBody>
      </p:sp>
      <p:sp>
        <p:nvSpPr>
          <p:cNvPr id="8" name="Shape 6"/>
          <p:cNvSpPr/>
          <p:nvPr/>
        </p:nvSpPr>
        <p:spPr>
          <a:xfrm>
            <a:off x="6508700" y="2401044"/>
            <a:ext cx="5270450" cy="2497931"/>
          </a:xfrm>
          <a:prstGeom prst="roundRect">
            <a:avLst>
              <a:gd name="adj" fmla="val 2288"/>
            </a:avLst>
          </a:prstGeom>
          <a:solidFill>
            <a:srgbClr val="1E2B3B"/>
          </a:solidFill>
          <a:ln w="9525">
            <a:solidFill>
              <a:srgbClr val="6E3A2E"/>
            </a:solidFill>
            <a:prstDash val="solid"/>
          </a:ln>
        </p:spPr>
      </p:sp>
      <p:sp>
        <p:nvSpPr>
          <p:cNvPr id="9" name="Text 7"/>
          <p:cNvSpPr/>
          <p:nvPr/>
        </p:nvSpPr>
        <p:spPr>
          <a:xfrm>
            <a:off x="6784925" y="2658219"/>
            <a:ext cx="5189800"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E8A08D"/>
                </a:solidFill>
                <a:latin typeface="Noto Sans KR" pitchFamily="34" charset="0"/>
                <a:ea typeface="Noto Sans KR" pitchFamily="34" charset="-122"/>
                <a:cs typeface="Noto Sans KR" pitchFamily="34" charset="-120"/>
              </a:rPr>
              <a:t>방법 1 — 안 넣는다</a:t>
            </a:r>
            <a:endParaRPr lang="en-US" sz="1800" dirty="0"/>
          </a:p>
        </p:txBody>
      </p:sp>
      <p:sp>
        <p:nvSpPr>
          <p:cNvPr id="10" name="Text 8"/>
          <p:cNvSpPr/>
          <p:nvPr/>
        </p:nvSpPr>
        <p:spPr>
          <a:xfrm>
            <a:off x="6784925" y="3105894"/>
            <a:ext cx="5189800" cy="423863"/>
          </a:xfrm>
          <a:prstGeom prst="rect">
            <a:avLst/>
          </a:prstGeom>
          <a:noFill/>
          <a:ln/>
        </p:spPr>
        <p:txBody>
          <a:bodyPr wrap="square" lIns="25400" tIns="25400" rIns="25400" bIns="25400" rtlCol="0" anchor="t">
            <a:normAutofit/>
          </a:bodyPr>
          <a:lstStyle/>
          <a:p>
            <a:pPr algn="l" indent="0" marL="0">
              <a:lnSpc>
                <a:spcPct val="92045"/>
              </a:lnSpc>
              <a:buNone/>
            </a:pPr>
            <a:r>
              <a:rPr lang="en-US" sz="2250" b="1" dirty="0">
                <a:solidFill>
                  <a:srgbClr val="F6F4EF"/>
                </a:solidFill>
                <a:latin typeface="Noto Sans KR" pitchFamily="34" charset="0"/>
                <a:ea typeface="Noto Sans KR" pitchFamily="34" charset="-122"/>
                <a:cs typeface="Noto Sans KR" pitchFamily="34" charset="-120"/>
              </a:rPr>
              <a:t>모델이 법을 알고 있길 기대한다</a:t>
            </a:r>
            <a:endParaRPr lang="en-US" sz="2250" dirty="0"/>
          </a:p>
        </p:txBody>
      </p:sp>
      <p:sp>
        <p:nvSpPr>
          <p:cNvPr id="11" name="Text 9"/>
          <p:cNvSpPr/>
          <p:nvPr/>
        </p:nvSpPr>
        <p:spPr>
          <a:xfrm>
            <a:off x="6784925" y="3605957"/>
            <a:ext cx="4859540" cy="1073944"/>
          </a:xfrm>
          <a:prstGeom prst="rect">
            <a:avLst/>
          </a:prstGeom>
          <a:noFill/>
          <a:ln/>
        </p:spPr>
        <p:txBody>
          <a:bodyPr wrap="square" lIns="25400" tIns="25400" rIns="25400" bIns="25400" rtlCol="0" anchor="t">
            <a:normAutofit/>
          </a:bodyPr>
          <a:lstStyle/>
          <a:p>
            <a:pPr algn="l" indent="0" marL="0">
              <a:lnSpc>
                <a:spcPct val="100694"/>
              </a:lnSpc>
              <a:buNone/>
            </a:pPr>
            <a:r>
              <a:rPr lang="en-US" sz="1875" dirty="0">
                <a:solidFill>
                  <a:srgbClr val="C6CEDA"/>
                </a:solidFill>
                <a:latin typeface="Noto Sans KR" pitchFamily="34" charset="0"/>
                <a:ea typeface="Noto Sans KR" pitchFamily="34" charset="-122"/>
                <a:cs typeface="Noto Sans KR" pitchFamily="34" charset="-120"/>
              </a:rPr>
              <a:t>위험하다 — 법을 정확히 기억하지 못하고 환각을 낸다. 게다가 우리 기준은 </a:t>
            </a:r>
            <a:pPr algn="l" indent="0" marL="0">
              <a:lnSpc>
                <a:spcPct val="100694"/>
              </a:lnSpc>
              <a:buNone/>
            </a:pPr>
            <a:r>
              <a:rPr lang="en-US" sz="1875" b="1" dirty="0">
                <a:solidFill>
                  <a:srgbClr val="E8A08D"/>
                </a:solidFill>
                <a:latin typeface="Noto Sans KR" pitchFamily="34" charset="0"/>
                <a:ea typeface="Noto Sans KR" pitchFamily="34" charset="-122"/>
                <a:cs typeface="Noto Sans KR" pitchFamily="34" charset="-120"/>
              </a:rPr>
              <a:t>대회가 배포한 특정 시점의 법령 </a:t>
            </a:r>
            <a:pPr algn="l" indent="0" marL="0">
              <a:lnSpc>
                <a:spcPct val="100694"/>
              </a:lnSpc>
              <a:buNone/>
            </a:pPr>
            <a:r>
              <a:rPr lang="en-US" sz="1875" dirty="0">
                <a:solidFill>
                  <a:srgbClr val="C6CEDA"/>
                </a:solidFill>
                <a:latin typeface="Noto Sans KR" pitchFamily="34" charset="0"/>
                <a:ea typeface="Noto Sans KR" pitchFamily="34" charset="-122"/>
                <a:cs typeface="Noto Sans KR" pitchFamily="34" charset="-120"/>
              </a:rPr>
              <a:t>이다</a:t>
            </a:r>
            <a:endParaRPr lang="en-US" sz="1875" dirty="0"/>
          </a:p>
        </p:txBody>
      </p:sp>
      <p:sp>
        <p:nvSpPr>
          <p:cNvPr id="12" name="Shape 10"/>
          <p:cNvSpPr/>
          <p:nvPr/>
        </p:nvSpPr>
        <p:spPr>
          <a:xfrm>
            <a:off x="11988701" y="2401044"/>
            <a:ext cx="5270450" cy="2497931"/>
          </a:xfrm>
          <a:prstGeom prst="roundRect">
            <a:avLst>
              <a:gd name="adj" fmla="val 2288"/>
            </a:avLst>
          </a:prstGeom>
          <a:solidFill>
            <a:srgbClr val="1E2B3B"/>
          </a:solidFill>
          <a:ln w="9525">
            <a:solidFill>
              <a:srgbClr val="2E6B5E"/>
            </a:solidFill>
            <a:prstDash val="solid"/>
          </a:ln>
        </p:spPr>
      </p:sp>
      <p:sp>
        <p:nvSpPr>
          <p:cNvPr id="13" name="Text 11"/>
          <p:cNvSpPr/>
          <p:nvPr/>
        </p:nvSpPr>
        <p:spPr>
          <a:xfrm>
            <a:off x="12264926" y="2658219"/>
            <a:ext cx="5189800"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6FC3B2"/>
                </a:solidFill>
                <a:latin typeface="Noto Sans KR" pitchFamily="34" charset="0"/>
                <a:ea typeface="Noto Sans KR" pitchFamily="34" charset="-122"/>
                <a:cs typeface="Noto Sans KR" pitchFamily="34" charset="-120"/>
              </a:rPr>
              <a:t>방법 2 — 골라 넣는다</a:t>
            </a:r>
            <a:endParaRPr lang="en-US" sz="1800" dirty="0"/>
          </a:p>
        </p:txBody>
      </p:sp>
      <p:sp>
        <p:nvSpPr>
          <p:cNvPr id="14" name="Text 12"/>
          <p:cNvSpPr/>
          <p:nvPr/>
        </p:nvSpPr>
        <p:spPr>
          <a:xfrm>
            <a:off x="12264926" y="3105894"/>
            <a:ext cx="4859540" cy="809625"/>
          </a:xfrm>
          <a:prstGeom prst="rect">
            <a:avLst/>
          </a:prstGeom>
          <a:noFill/>
          <a:ln/>
        </p:spPr>
        <p:txBody>
          <a:bodyPr wrap="square" lIns="25400" tIns="25400" rIns="25400" bIns="25400" rtlCol="0" anchor="t">
            <a:normAutofit/>
          </a:bodyPr>
          <a:lstStyle/>
          <a:p>
            <a:pPr algn="l" indent="0" marL="0">
              <a:lnSpc>
                <a:spcPct val="92045"/>
              </a:lnSpc>
              <a:buNone/>
            </a:pPr>
            <a:r>
              <a:rPr lang="en-US" sz="2250" b="1" dirty="0">
                <a:solidFill>
                  <a:srgbClr val="F6F4EF"/>
                </a:solidFill>
                <a:latin typeface="Noto Sans KR" pitchFamily="34" charset="0"/>
                <a:ea typeface="Noto Sans KR" pitchFamily="34" charset="-122"/>
                <a:cs typeface="Noto Sans KR" pitchFamily="34" charset="-120"/>
              </a:rPr>
              <a:t>이 공고와 관련된 조문만 찾아 프롬프트에 붙인다</a:t>
            </a:r>
            <a:endParaRPr lang="en-US" sz="2250" dirty="0"/>
          </a:p>
        </p:txBody>
      </p:sp>
      <p:sp>
        <p:nvSpPr>
          <p:cNvPr id="15" name="Text 13"/>
          <p:cNvSpPr/>
          <p:nvPr/>
        </p:nvSpPr>
        <p:spPr>
          <a:xfrm>
            <a:off x="12264926" y="3991719"/>
            <a:ext cx="5189800" cy="383381"/>
          </a:xfrm>
          <a:prstGeom prst="rect">
            <a:avLst/>
          </a:prstGeom>
          <a:noFill/>
          <a:ln/>
        </p:spPr>
        <p:txBody>
          <a:bodyPr wrap="square" lIns="25400" tIns="25400" rIns="25400" bIns="25400" rtlCol="0" anchor="t">
            <a:normAutofit/>
          </a:bodyPr>
          <a:lstStyle/>
          <a:p>
            <a:pPr algn="l" indent="0" marL="0">
              <a:lnSpc>
                <a:spcPct val="100694"/>
              </a:lnSpc>
              <a:buNone/>
            </a:pPr>
            <a:r>
              <a:rPr lang="en-US" sz="1875" dirty="0">
                <a:solidFill>
                  <a:srgbClr val="C6CEDA"/>
                </a:solidFill>
                <a:latin typeface="Noto Sans KR" pitchFamily="34" charset="0"/>
                <a:ea typeface="Noto Sans KR" pitchFamily="34" charset="-122"/>
                <a:cs typeface="Noto Sans KR" pitchFamily="34" charset="-120"/>
              </a:rPr>
              <a:t>찾아서 붙여 읽히는 이 방식을 </a:t>
            </a:r>
            <a:pPr algn="l" indent="0" marL="0">
              <a:lnSpc>
                <a:spcPct val="100694"/>
              </a:lnSpc>
              <a:buNone/>
            </a:pPr>
            <a:r>
              <a:rPr lang="en-US" sz="1875" b="1" dirty="0">
                <a:solidFill>
                  <a:srgbClr val="6FC3B2"/>
                </a:solidFill>
                <a:latin typeface="Noto Sans KR" pitchFamily="34" charset="0"/>
                <a:ea typeface="Noto Sans KR" pitchFamily="34" charset="-122"/>
                <a:cs typeface="Noto Sans KR" pitchFamily="34" charset="-120"/>
              </a:rPr>
              <a:t>RAG</a:t>
            </a:r>
            <a:pPr algn="l" indent="0" marL="0">
              <a:lnSpc>
                <a:spcPct val="100694"/>
              </a:lnSpc>
              <a:buNone/>
            </a:pPr>
            <a:r>
              <a:rPr lang="en-US" sz="1875" dirty="0">
                <a:solidFill>
                  <a:srgbClr val="C6CEDA"/>
                </a:solidFill>
                <a:latin typeface="Noto Sans KR" pitchFamily="34" charset="0"/>
                <a:ea typeface="Noto Sans KR" pitchFamily="34" charset="-122"/>
                <a:cs typeface="Noto Sans KR" pitchFamily="34" charset="-120"/>
              </a:rPr>
              <a:t>라고 부른다</a:t>
            </a:r>
            <a:endParaRPr lang="en-US" sz="1875" dirty="0"/>
          </a:p>
        </p:txBody>
      </p:sp>
      <p:sp>
        <p:nvSpPr>
          <p:cNvPr id="16" name="Shape 14"/>
          <p:cNvSpPr/>
          <p:nvPr/>
        </p:nvSpPr>
        <p:spPr>
          <a:xfrm>
            <a:off x="1028700" y="5260925"/>
            <a:ext cx="16230600" cy="1866751"/>
          </a:xfrm>
          <a:prstGeom prst="roundRect">
            <a:avLst>
              <a:gd name="adj" fmla="val 2041"/>
            </a:avLst>
          </a:prstGeom>
          <a:solidFill>
            <a:srgbClr val="1E2B3B"/>
          </a:solidFill>
          <a:ln/>
        </p:spPr>
      </p:sp>
      <p:sp>
        <p:nvSpPr>
          <p:cNvPr id="17" name="Shape 15"/>
          <p:cNvSpPr/>
          <p:nvPr/>
        </p:nvSpPr>
        <p:spPr>
          <a:xfrm>
            <a:off x="1028700" y="5260925"/>
            <a:ext cx="38100" cy="1866751"/>
          </a:xfrm>
          <a:prstGeom prst="rect">
            <a:avLst/>
          </a:prstGeom>
          <a:solidFill>
            <a:srgbClr val="6FC3B2"/>
          </a:solidFill>
          <a:ln/>
        </p:spPr>
      </p:sp>
      <p:sp>
        <p:nvSpPr>
          <p:cNvPr id="18" name="Text 16"/>
          <p:cNvSpPr/>
          <p:nvPr/>
        </p:nvSpPr>
        <p:spPr>
          <a:xfrm>
            <a:off x="1352550" y="5508575"/>
            <a:ext cx="17183100"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6FC3B2"/>
                </a:solidFill>
                <a:latin typeface="Noto Sans KR" pitchFamily="34" charset="0"/>
                <a:ea typeface="Noto Sans KR" pitchFamily="34" charset="-122"/>
                <a:cs typeface="Noto Sans KR" pitchFamily="34" charset="-120"/>
              </a:rPr>
              <a:t>RAG를 한 문장으로</a:t>
            </a:r>
            <a:endParaRPr lang="en-US" sz="1800" dirty="0"/>
          </a:p>
        </p:txBody>
      </p:sp>
      <p:sp>
        <p:nvSpPr>
          <p:cNvPr id="19" name="Text 17"/>
          <p:cNvSpPr/>
          <p:nvPr/>
        </p:nvSpPr>
        <p:spPr>
          <a:xfrm>
            <a:off x="1352550" y="5937200"/>
            <a:ext cx="17183100" cy="526703"/>
          </a:xfrm>
          <a:prstGeom prst="rect">
            <a:avLst/>
          </a:prstGeom>
          <a:noFill/>
          <a:ln/>
        </p:spPr>
        <p:txBody>
          <a:bodyPr wrap="square" lIns="25400" tIns="25400" rIns="25400" bIns="25400" rtlCol="0" anchor="t">
            <a:normAutofit/>
          </a:bodyPr>
          <a:lstStyle/>
          <a:p>
            <a:pPr algn="l" indent="0" marL="0">
              <a:lnSpc>
                <a:spcPct val="93273"/>
              </a:lnSpc>
              <a:buNone/>
            </a:pPr>
            <a:r>
              <a:rPr lang="en-US" sz="2850" b="1" dirty="0">
                <a:solidFill>
                  <a:srgbClr val="F6F4EF"/>
                </a:solidFill>
                <a:latin typeface="Noto Sans KR" pitchFamily="34" charset="0"/>
                <a:ea typeface="Noto Sans KR" pitchFamily="34" charset="-122"/>
                <a:cs typeface="Noto Sans KR" pitchFamily="34" charset="-120"/>
              </a:rPr>
              <a:t>다 넣을 수 없으니, 필요한 것만 찾아서 넣는다</a:t>
            </a:r>
            <a:endParaRPr lang="en-US" sz="2850" dirty="0"/>
          </a:p>
        </p:txBody>
      </p:sp>
      <p:sp>
        <p:nvSpPr>
          <p:cNvPr id="20" name="Text 18"/>
          <p:cNvSpPr/>
          <p:nvPr/>
        </p:nvSpPr>
        <p:spPr>
          <a:xfrm>
            <a:off x="1352550" y="6521053"/>
            <a:ext cx="17183100" cy="397073"/>
          </a:xfrm>
          <a:prstGeom prst="rect">
            <a:avLst/>
          </a:prstGeom>
          <a:noFill/>
          <a:ln/>
        </p:spPr>
        <p:txBody>
          <a:bodyPr wrap="square" lIns="25400" tIns="25400" rIns="25400" bIns="25400" rtlCol="0" anchor="t">
            <a:normAutofit/>
          </a:bodyPr>
          <a:lstStyle/>
          <a:p>
            <a:pPr algn="l" indent="0" marL="0">
              <a:lnSpc>
                <a:spcPct val="101892"/>
              </a:lnSpc>
              <a:buNone/>
            </a:pPr>
            <a:r>
              <a:rPr lang="en-US" sz="1950" dirty="0">
                <a:solidFill>
                  <a:srgbClr val="8FA0B1"/>
                </a:solidFill>
                <a:latin typeface="Noto Sans KR" pitchFamily="34" charset="0"/>
                <a:ea typeface="Noto Sans KR" pitchFamily="34" charset="-122"/>
                <a:cs typeface="Noto Sans KR" pitchFamily="34" charset="-120"/>
              </a:rPr>
              <a:t>이 한 문장이 전부다. 남은 문제는 "어떻게 찾는가" 하나뿐이고, 그걸 위해 다음 장에서 데이터베이스부터 본다.</a:t>
            </a:r>
            <a:endParaRPr lang="en-US" sz="1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1028700" y="800100"/>
            <a:ext cx="17853660" cy="390525"/>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0F6B5E"/>
                </a:solidFill>
                <a:latin typeface="Noto Sans KR" pitchFamily="34" charset="0"/>
                <a:ea typeface="Noto Sans KR" pitchFamily="34" charset="-122"/>
                <a:cs typeface="Noto Sans KR" pitchFamily="34" charset="-120"/>
              </a:rPr>
              <a:t>⑥ 검색(RAG) — 2/4 · 창고의 두 종류</a:t>
            </a:r>
            <a:endParaRPr lang="en-US" sz="1950" dirty="0"/>
          </a:p>
        </p:txBody>
      </p:sp>
      <p:sp>
        <p:nvSpPr>
          <p:cNvPr id="3" name="Text 1"/>
          <p:cNvSpPr/>
          <p:nvPr/>
        </p:nvSpPr>
        <p:spPr>
          <a:xfrm>
            <a:off x="1028700" y="1285875"/>
            <a:ext cx="15893415" cy="1382018"/>
          </a:xfrm>
          <a:prstGeom prst="rect">
            <a:avLst/>
          </a:prstGeom>
          <a:noFill/>
          <a:ln/>
        </p:spPr>
        <p:txBody>
          <a:bodyPr wrap="square" lIns="25400" tIns="25400" rIns="25400" bIns="25400" rtlCol="0" anchor="t">
            <a:normAutofit/>
          </a:bodyPr>
          <a:lstStyle/>
          <a:p>
            <a:pPr algn="l" indent="0" marL="0">
              <a:lnSpc>
                <a:spcPct val="87111"/>
              </a:lnSpc>
              <a:buNone/>
            </a:pPr>
            <a:r>
              <a:rPr lang="en-US" sz="4200" b="1" spc="-42" kern="0" dirty="0">
                <a:solidFill>
                  <a:srgbClr val="16202E"/>
                </a:solidFill>
                <a:latin typeface="Noto Sans KR" pitchFamily="34" charset="0"/>
                <a:ea typeface="Noto Sans KR" pitchFamily="34" charset="-122"/>
                <a:cs typeface="Noto Sans KR" pitchFamily="34" charset="-120"/>
              </a:rPr>
              <a:t>데이터베이스는 "값이 같은 것"을, 벡터 DB는 "뜻이 가까운 것"을 찾는다</a:t>
            </a:r>
            <a:endParaRPr lang="en-US" sz="4200" dirty="0"/>
          </a:p>
        </p:txBody>
      </p:sp>
      <p:sp>
        <p:nvSpPr>
          <p:cNvPr id="4" name="Shape 2"/>
          <p:cNvSpPr/>
          <p:nvPr/>
        </p:nvSpPr>
        <p:spPr>
          <a:xfrm>
            <a:off x="1028700" y="2934593"/>
            <a:ext cx="7972425" cy="4705350"/>
          </a:xfrm>
          <a:prstGeom prst="roundRect">
            <a:avLst>
              <a:gd name="adj" fmla="val 1215"/>
            </a:avLst>
          </a:prstGeom>
          <a:solidFill>
            <a:srgbClr val="FFFFFF"/>
          </a:solidFill>
          <a:ln w="9525">
            <a:solidFill>
              <a:srgbClr val="E3DED3"/>
            </a:solidFill>
            <a:prstDash val="solid"/>
          </a:ln>
        </p:spPr>
      </p:sp>
      <p:sp>
        <p:nvSpPr>
          <p:cNvPr id="5" name="Text 3"/>
          <p:cNvSpPr/>
          <p:nvPr/>
        </p:nvSpPr>
        <p:spPr>
          <a:xfrm>
            <a:off x="1323975" y="3210818"/>
            <a:ext cx="8120062"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0F6B5E"/>
                </a:solidFill>
                <a:latin typeface="Noto Sans KR" pitchFamily="34" charset="0"/>
                <a:ea typeface="Noto Sans KR" pitchFamily="34" charset="-122"/>
                <a:cs typeface="Noto Sans KR" pitchFamily="34" charset="-120"/>
              </a:rPr>
              <a:t>데이터베이스 (DB)</a:t>
            </a:r>
            <a:endParaRPr lang="en-US" sz="1800" dirty="0"/>
          </a:p>
        </p:txBody>
      </p:sp>
      <p:sp>
        <p:nvSpPr>
          <p:cNvPr id="6" name="Text 4"/>
          <p:cNvSpPr/>
          <p:nvPr/>
        </p:nvSpPr>
        <p:spPr>
          <a:xfrm>
            <a:off x="1323975" y="3668018"/>
            <a:ext cx="8120062" cy="423863"/>
          </a:xfrm>
          <a:prstGeom prst="rect">
            <a:avLst/>
          </a:prstGeom>
          <a:noFill/>
          <a:ln/>
        </p:spPr>
        <p:txBody>
          <a:bodyPr wrap="square" lIns="25400" tIns="25400" rIns="25400" bIns="25400" rtlCol="0" anchor="t">
            <a:normAutofit/>
          </a:bodyPr>
          <a:lstStyle/>
          <a:p>
            <a:pPr algn="l" indent="0" marL="0">
              <a:lnSpc>
                <a:spcPct val="92045"/>
              </a:lnSpc>
              <a:buNone/>
            </a:pPr>
            <a:r>
              <a:rPr lang="en-US" sz="2250" b="1" dirty="0">
                <a:solidFill>
                  <a:srgbClr val="16202E"/>
                </a:solidFill>
                <a:latin typeface="Noto Sans KR" pitchFamily="34" charset="0"/>
                <a:ea typeface="Noto Sans KR" pitchFamily="34" charset="-122"/>
                <a:cs typeface="Noto Sans KR" pitchFamily="34" charset="-120"/>
              </a:rPr>
              <a:t>자료를 정리해 넣어두고 꺼내 쓰는 창고</a:t>
            </a:r>
            <a:endParaRPr lang="en-US" sz="2250" dirty="0"/>
          </a:p>
        </p:txBody>
      </p:sp>
      <p:sp>
        <p:nvSpPr>
          <p:cNvPr id="7" name="Text 5"/>
          <p:cNvSpPr/>
          <p:nvPr/>
        </p:nvSpPr>
        <p:spPr>
          <a:xfrm>
            <a:off x="1323975" y="4177605"/>
            <a:ext cx="7603331" cy="781050"/>
          </a:xfrm>
          <a:prstGeom prst="rect">
            <a:avLst/>
          </a:prstGeom>
          <a:noFill/>
          <a:ln/>
        </p:spPr>
        <p:txBody>
          <a:bodyPr wrap="square" lIns="25400" tIns="25400" rIns="25400" bIns="25400" rtlCol="0" anchor="t">
            <a:normAutofit/>
          </a:bodyPr>
          <a:lstStyle/>
          <a:p>
            <a:pPr algn="l" indent="0" marL="0">
              <a:lnSpc>
                <a:spcPct val="105405"/>
              </a:lnSpc>
              <a:buNone/>
            </a:pPr>
            <a:r>
              <a:rPr lang="en-US" sz="1950" dirty="0">
                <a:solidFill>
                  <a:srgbClr val="3C4654"/>
                </a:solidFill>
                <a:latin typeface="Noto Sans KR" pitchFamily="34" charset="0"/>
                <a:ea typeface="Noto Sans KR" pitchFamily="34" charset="-122"/>
                <a:cs typeface="Noto Sans KR" pitchFamily="34" charset="-120"/>
              </a:rPr>
              <a:t>처음엔 </a:t>
            </a:r>
            <a:pPr algn="l" indent="0" marL="0">
              <a:lnSpc>
                <a:spcPct val="105405"/>
              </a:lnSpc>
              <a:buNone/>
            </a:pPr>
            <a:r>
              <a:rPr lang="en-US" sz="1950" b="1" dirty="0">
                <a:solidFill>
                  <a:srgbClr val="16202E"/>
                </a:solidFill>
                <a:latin typeface="Noto Sans KR" pitchFamily="34" charset="0"/>
                <a:ea typeface="Noto Sans KR" pitchFamily="34" charset="-122"/>
                <a:cs typeface="Noto Sans KR" pitchFamily="34" charset="-120"/>
              </a:rPr>
              <a:t>"엑셀 표를 크게 만든 것" </a:t>
            </a:r>
            <a:pPr algn="l" indent="0" marL="0">
              <a:lnSpc>
                <a:spcPct val="105405"/>
              </a:lnSpc>
              <a:buNone/>
            </a:pPr>
            <a:r>
              <a:rPr lang="en-US" sz="1950" dirty="0">
                <a:solidFill>
                  <a:srgbClr val="3C4654"/>
                </a:solidFill>
                <a:latin typeface="Noto Sans KR" pitchFamily="34" charset="0"/>
                <a:ea typeface="Noto Sans KR" pitchFamily="34" charset="-122"/>
                <a:cs typeface="Noto Sans KR" pitchFamily="34" charset="-120"/>
              </a:rPr>
              <a:t>이라고 생각하면 충분하다. 핵심은 정확한 조건으로 찾는다는 것.</a:t>
            </a:r>
            <a:endParaRPr lang="en-US" sz="1950" dirty="0"/>
          </a:p>
        </p:txBody>
      </p:sp>
      <p:sp>
        <p:nvSpPr>
          <p:cNvPr id="8" name="Shape 6"/>
          <p:cNvSpPr/>
          <p:nvPr/>
        </p:nvSpPr>
        <p:spPr>
          <a:xfrm>
            <a:off x="1323975" y="5044380"/>
            <a:ext cx="7381875" cy="1019175"/>
          </a:xfrm>
          <a:prstGeom prst="roundRect">
            <a:avLst>
              <a:gd name="adj" fmla="val 4673"/>
            </a:avLst>
          </a:prstGeom>
          <a:solidFill>
            <a:srgbClr val="F7F5F0"/>
          </a:solidFill>
          <a:ln/>
        </p:spPr>
      </p:sp>
      <p:sp>
        <p:nvSpPr>
          <p:cNvPr id="9" name="Text 7"/>
          <p:cNvSpPr/>
          <p:nvPr/>
        </p:nvSpPr>
        <p:spPr>
          <a:xfrm>
            <a:off x="1514475" y="5196780"/>
            <a:ext cx="7222331" cy="752475"/>
          </a:xfrm>
          <a:prstGeom prst="rect">
            <a:avLst/>
          </a:prstGeom>
          <a:noFill/>
          <a:ln/>
        </p:spPr>
        <p:txBody>
          <a:bodyPr wrap="square" lIns="25400" tIns="25400" rIns="25400" bIns="25400" rtlCol="0" anchor="t">
            <a:normAutofit/>
          </a:bodyPr>
          <a:lstStyle/>
          <a:p>
            <a:pPr algn="l" indent="0" marL="0">
              <a:lnSpc>
                <a:spcPct val="104167"/>
              </a:lnSpc>
              <a:buNone/>
            </a:pPr>
            <a:r>
              <a:rPr lang="en-US" sz="1875" dirty="0">
                <a:solidFill>
                  <a:srgbClr val="3C4654"/>
                </a:solidFill>
                <a:highlight>
                  <a:srgbClr val="F7F5F0"/>
                </a:highlight>
                <a:latin typeface="Noto Sans KR" pitchFamily="34" charset="0"/>
                <a:ea typeface="Noto Sans KR" pitchFamily="34" charset="-122"/>
                <a:cs typeface="Noto Sans KR" pitchFamily="34" charset="-120"/>
              </a:rPr>
              <a:t>찾는 방식 — "지역이 </a:t>
            </a:r>
            <a:pPr algn="l" indent="0" marL="0">
              <a:lnSpc>
                <a:spcPct val="104167"/>
              </a:lnSpc>
              <a:buNone/>
            </a:pPr>
            <a:r>
              <a:rPr lang="en-US" sz="1875" b="1" dirty="0">
                <a:solidFill>
                  <a:srgbClr val="3C4654"/>
                </a:solidFill>
                <a:latin typeface="Noto Sans KR" pitchFamily="34" charset="0"/>
                <a:ea typeface="Noto Sans KR" pitchFamily="34" charset="-122"/>
                <a:cs typeface="Noto Sans KR" pitchFamily="34" charset="-120"/>
              </a:rPr>
              <a:t>서울</a:t>
            </a:r>
            <a:pPr algn="l" indent="0" marL="0">
              <a:lnSpc>
                <a:spcPct val="104167"/>
              </a:lnSpc>
              <a:buNone/>
            </a:pPr>
            <a:r>
              <a:rPr lang="en-US" sz="1875" dirty="0">
                <a:solidFill>
                  <a:srgbClr val="3C4654"/>
                </a:solidFill>
                <a:highlight>
                  <a:srgbClr val="F7F5F0"/>
                </a:highlight>
                <a:latin typeface="Noto Sans KR" pitchFamily="34" charset="0"/>
                <a:ea typeface="Noto Sans KR" pitchFamily="34" charset="-122"/>
                <a:cs typeface="Noto Sans KR" pitchFamily="34" charset="-120"/>
              </a:rPr>
              <a:t>인 것" · "금액이 </a:t>
            </a:r>
            <a:pPr algn="l" indent="0" marL="0">
              <a:lnSpc>
                <a:spcPct val="104167"/>
              </a:lnSpc>
              <a:buNone/>
            </a:pPr>
            <a:r>
              <a:rPr lang="en-US" sz="1875" b="1" dirty="0">
                <a:solidFill>
                  <a:srgbClr val="3C4654"/>
                </a:solidFill>
                <a:latin typeface="Noto Sans KR" pitchFamily="34" charset="0"/>
                <a:ea typeface="Noto Sans KR" pitchFamily="34" charset="-122"/>
                <a:cs typeface="Noto Sans KR" pitchFamily="34" charset="-120"/>
              </a:rPr>
              <a:t>1억 이상 </a:t>
            </a:r>
            <a:pPr algn="l" indent="0" marL="0">
              <a:lnSpc>
                <a:spcPct val="104167"/>
              </a:lnSpc>
              <a:buNone/>
            </a:pPr>
            <a:r>
              <a:rPr lang="en-US" sz="1875" dirty="0">
                <a:solidFill>
                  <a:srgbClr val="3C4654"/>
                </a:solidFill>
                <a:highlight>
                  <a:srgbClr val="F7F5F0"/>
                </a:highlight>
                <a:latin typeface="Noto Sans KR" pitchFamily="34" charset="0"/>
                <a:ea typeface="Noto Sans KR" pitchFamily="34" charset="-122"/>
                <a:cs typeface="Noto Sans KR" pitchFamily="34" charset="-120"/>
              </a:rPr>
              <a:t>인 것" 값이 맞으면 찾고, 안 맞으면 못 찾는다</a:t>
            </a:r>
            <a:endParaRPr lang="en-US" sz="1875" dirty="0"/>
          </a:p>
        </p:txBody>
      </p:sp>
      <p:sp>
        <p:nvSpPr>
          <p:cNvPr id="10" name="Shape 8"/>
          <p:cNvSpPr/>
          <p:nvPr/>
        </p:nvSpPr>
        <p:spPr>
          <a:xfrm>
            <a:off x="1323975" y="6187380"/>
            <a:ext cx="7381875" cy="1038225"/>
          </a:xfrm>
          <a:prstGeom prst="roundRect">
            <a:avLst>
              <a:gd name="adj" fmla="val 4587"/>
            </a:avLst>
          </a:prstGeom>
          <a:solidFill>
            <a:srgbClr val="FBF3F1"/>
          </a:solidFill>
          <a:ln w="9525">
            <a:solidFill>
              <a:srgbClr val="E1B9B1"/>
            </a:solidFill>
            <a:prstDash val="solid"/>
          </a:ln>
        </p:spPr>
      </p:sp>
      <p:sp>
        <p:nvSpPr>
          <p:cNvPr id="11" name="Text 9"/>
          <p:cNvSpPr/>
          <p:nvPr/>
        </p:nvSpPr>
        <p:spPr>
          <a:xfrm>
            <a:off x="1524000" y="6349305"/>
            <a:ext cx="7203281" cy="752475"/>
          </a:xfrm>
          <a:prstGeom prst="rect">
            <a:avLst/>
          </a:prstGeom>
          <a:noFill/>
          <a:ln/>
        </p:spPr>
        <p:txBody>
          <a:bodyPr wrap="square" lIns="25400" tIns="25400" rIns="25400" bIns="25400" rtlCol="0" anchor="t">
            <a:normAutofit/>
          </a:bodyPr>
          <a:lstStyle/>
          <a:p>
            <a:pPr algn="l" indent="0" marL="0">
              <a:lnSpc>
                <a:spcPct val="104167"/>
              </a:lnSpc>
              <a:buNone/>
            </a:pPr>
            <a:r>
              <a:rPr lang="en-US" sz="1875" b="1" dirty="0">
                <a:solidFill>
                  <a:srgbClr val="A4402E"/>
                </a:solidFill>
                <a:latin typeface="Noto Sans KR" pitchFamily="34" charset="0"/>
                <a:ea typeface="Noto Sans KR" pitchFamily="34" charset="-122"/>
                <a:cs typeface="Noto Sans KR" pitchFamily="34" charset="-120"/>
              </a:rPr>
              <a:t>한계 — 조문에 "지역제한"이라는 단어가 없고 "해당 지역에 소재하는 자로 한정한다"고 써 있으면 못 찾는다</a:t>
            </a:r>
            <a:endParaRPr lang="en-US" sz="1875" dirty="0"/>
          </a:p>
        </p:txBody>
      </p:sp>
      <p:sp>
        <p:nvSpPr>
          <p:cNvPr id="12" name="Shape 10"/>
          <p:cNvSpPr/>
          <p:nvPr/>
        </p:nvSpPr>
        <p:spPr>
          <a:xfrm>
            <a:off x="9286875" y="2934593"/>
            <a:ext cx="7972425" cy="4705350"/>
          </a:xfrm>
          <a:prstGeom prst="roundRect">
            <a:avLst>
              <a:gd name="adj" fmla="val 1215"/>
            </a:avLst>
          </a:prstGeom>
          <a:solidFill>
            <a:srgbClr val="16202E"/>
          </a:solidFill>
          <a:ln/>
        </p:spPr>
      </p:sp>
      <p:sp>
        <p:nvSpPr>
          <p:cNvPr id="13" name="Text 11"/>
          <p:cNvSpPr/>
          <p:nvPr/>
        </p:nvSpPr>
        <p:spPr>
          <a:xfrm>
            <a:off x="9572625" y="3201293"/>
            <a:ext cx="8141017"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6FC3B2"/>
                </a:solidFill>
                <a:latin typeface="Noto Sans KR" pitchFamily="34" charset="0"/>
                <a:ea typeface="Noto Sans KR" pitchFamily="34" charset="-122"/>
                <a:cs typeface="Noto Sans KR" pitchFamily="34" charset="-120"/>
              </a:rPr>
              <a:t>벡터 데이터베이스</a:t>
            </a:r>
            <a:endParaRPr lang="en-US" sz="1800" dirty="0"/>
          </a:p>
        </p:txBody>
      </p:sp>
      <p:sp>
        <p:nvSpPr>
          <p:cNvPr id="14" name="Text 12"/>
          <p:cNvSpPr/>
          <p:nvPr/>
        </p:nvSpPr>
        <p:spPr>
          <a:xfrm>
            <a:off x="9572625" y="3658493"/>
            <a:ext cx="8141017" cy="423863"/>
          </a:xfrm>
          <a:prstGeom prst="rect">
            <a:avLst/>
          </a:prstGeom>
          <a:noFill/>
          <a:ln/>
        </p:spPr>
        <p:txBody>
          <a:bodyPr wrap="square" lIns="25400" tIns="25400" rIns="25400" bIns="25400" rtlCol="0" anchor="t">
            <a:normAutofit/>
          </a:bodyPr>
          <a:lstStyle/>
          <a:p>
            <a:pPr algn="l" indent="0" marL="0">
              <a:lnSpc>
                <a:spcPct val="92045"/>
              </a:lnSpc>
              <a:buNone/>
            </a:pPr>
            <a:r>
              <a:rPr lang="en-US" sz="2250" b="1" dirty="0">
                <a:solidFill>
                  <a:srgbClr val="F6F4EF"/>
                </a:solidFill>
                <a:latin typeface="Noto Sans KR" pitchFamily="34" charset="0"/>
                <a:ea typeface="Noto Sans KR" pitchFamily="34" charset="-122"/>
                <a:cs typeface="Noto Sans KR" pitchFamily="34" charset="-120"/>
              </a:rPr>
              <a:t>문장을 숫자 목록으로 바꿔서 저장하는 창고</a:t>
            </a:r>
            <a:endParaRPr lang="en-US" sz="2250" dirty="0"/>
          </a:p>
        </p:txBody>
      </p:sp>
      <p:sp>
        <p:nvSpPr>
          <p:cNvPr id="15" name="Text 13"/>
          <p:cNvSpPr/>
          <p:nvPr/>
        </p:nvSpPr>
        <p:spPr>
          <a:xfrm>
            <a:off x="9572625" y="4168080"/>
            <a:ext cx="7622953" cy="781050"/>
          </a:xfrm>
          <a:prstGeom prst="rect">
            <a:avLst/>
          </a:prstGeom>
          <a:noFill/>
          <a:ln/>
        </p:spPr>
        <p:txBody>
          <a:bodyPr wrap="square" lIns="25400" tIns="25400" rIns="25400" bIns="25400" rtlCol="0" anchor="t">
            <a:normAutofit/>
          </a:bodyPr>
          <a:lstStyle/>
          <a:p>
            <a:pPr algn="l" indent="0" marL="0">
              <a:lnSpc>
                <a:spcPct val="105405"/>
              </a:lnSpc>
              <a:buNone/>
            </a:pPr>
            <a:r>
              <a:rPr lang="en-US" sz="1950" dirty="0">
                <a:solidFill>
                  <a:srgbClr val="C6CEDA"/>
                </a:solidFill>
                <a:latin typeface="Noto Sans KR" pitchFamily="34" charset="0"/>
                <a:ea typeface="Noto Sans KR" pitchFamily="34" charset="-122"/>
                <a:cs typeface="Noto Sans KR" pitchFamily="34" charset="-120"/>
              </a:rPr>
              <a:t>그 숫자 목록을 </a:t>
            </a:r>
            <a:pPr algn="l" indent="0" marL="0">
              <a:lnSpc>
                <a:spcPct val="105405"/>
              </a:lnSpc>
              <a:buNone/>
            </a:pPr>
            <a:r>
              <a:rPr lang="en-US" sz="1950" b="1" dirty="0">
                <a:solidFill>
                  <a:srgbClr val="6FC3B2"/>
                </a:solidFill>
                <a:latin typeface="Noto Sans KR" pitchFamily="34" charset="0"/>
                <a:ea typeface="Noto Sans KR" pitchFamily="34" charset="-122"/>
                <a:cs typeface="Noto Sans KR" pitchFamily="34" charset="-120"/>
              </a:rPr>
              <a:t>벡터 </a:t>
            </a:r>
            <a:pPr algn="l" indent="0" marL="0">
              <a:lnSpc>
                <a:spcPct val="105405"/>
              </a:lnSpc>
              <a:buNone/>
            </a:pPr>
            <a:r>
              <a:rPr lang="en-US" sz="1950" dirty="0">
                <a:solidFill>
                  <a:srgbClr val="C6CEDA"/>
                </a:solidFill>
                <a:latin typeface="Noto Sans KR" pitchFamily="34" charset="0"/>
                <a:ea typeface="Noto Sans KR" pitchFamily="34" charset="-122"/>
                <a:cs typeface="Noto Sans KR" pitchFamily="34" charset="-120"/>
              </a:rPr>
              <a:t>라고 부른다. 뜻이 비슷한 문장은 비슷한 숫자가 된다.</a:t>
            </a:r>
            <a:endParaRPr lang="en-US" sz="1950" dirty="0"/>
          </a:p>
        </p:txBody>
      </p:sp>
      <p:sp>
        <p:nvSpPr>
          <p:cNvPr id="16" name="Shape 14"/>
          <p:cNvSpPr/>
          <p:nvPr/>
        </p:nvSpPr>
        <p:spPr>
          <a:xfrm>
            <a:off x="9572625" y="5034855"/>
            <a:ext cx="7400925" cy="1376363"/>
          </a:xfrm>
          <a:prstGeom prst="roundRect">
            <a:avLst>
              <a:gd name="adj" fmla="val 3460"/>
            </a:avLst>
          </a:prstGeom>
          <a:solidFill>
            <a:srgbClr val="1E2B3B"/>
          </a:solidFill>
          <a:ln/>
        </p:spPr>
      </p:sp>
      <p:sp>
        <p:nvSpPr>
          <p:cNvPr id="17" name="Text 15"/>
          <p:cNvSpPr/>
          <p:nvPr/>
        </p:nvSpPr>
        <p:spPr>
          <a:xfrm>
            <a:off x="9763125" y="5187255"/>
            <a:ext cx="7241953" cy="1109663"/>
          </a:xfrm>
          <a:prstGeom prst="rect">
            <a:avLst/>
          </a:prstGeom>
          <a:noFill/>
          <a:ln/>
        </p:spPr>
        <p:txBody>
          <a:bodyPr wrap="square" lIns="25400" tIns="25400" rIns="25400" bIns="25400" rtlCol="0" anchor="t">
            <a:normAutofit/>
          </a:bodyPr>
          <a:lstStyle/>
          <a:p>
            <a:pPr algn="l" indent="0" marL="0">
              <a:lnSpc>
                <a:spcPct val="104167"/>
              </a:lnSpc>
              <a:buNone/>
            </a:pPr>
            <a:r>
              <a:rPr lang="en-US" sz="1875" dirty="0">
                <a:solidFill>
                  <a:srgbClr val="C6CEDA"/>
                </a:solidFill>
                <a:highlight>
                  <a:srgbClr val="1E2B3B"/>
                </a:highlight>
                <a:latin typeface="Noto Sans KR" pitchFamily="34" charset="0"/>
                <a:ea typeface="Noto Sans KR" pitchFamily="34" charset="-122"/>
                <a:cs typeface="Noto Sans KR" pitchFamily="34" charset="-120"/>
              </a:rPr>
              <a:t>"서울 업체만 참가 가능" → [0.21, −0.08, 0.44, …] "해당 지역 소재 자로 한정" → [0.19, −0.11, 0.41, …] </a:t>
            </a:r>
            <a:pPr algn="l" indent="0" marL="0">
              <a:lnSpc>
                <a:spcPct val="104167"/>
              </a:lnSpc>
              <a:buNone/>
            </a:pPr>
            <a:r>
              <a:rPr lang="en-US" sz="1875" b="1" dirty="0">
                <a:solidFill>
                  <a:srgbClr val="6FC3B2"/>
                </a:solidFill>
                <a:latin typeface="Noto Sans KR" pitchFamily="34" charset="0"/>
                <a:ea typeface="Noto Sans KR" pitchFamily="34" charset="-122"/>
                <a:cs typeface="Noto Sans KR" pitchFamily="34" charset="-120"/>
              </a:rPr>
              <a:t>단어가 달라도 숫자가 가깝다 → 찾을 수 있다</a:t>
            </a:r>
            <a:endParaRPr lang="en-US" sz="1875" dirty="0"/>
          </a:p>
        </p:txBody>
      </p:sp>
      <p:sp>
        <p:nvSpPr>
          <p:cNvPr id="18" name="Shape 16"/>
          <p:cNvSpPr/>
          <p:nvPr/>
        </p:nvSpPr>
        <p:spPr>
          <a:xfrm>
            <a:off x="9572625" y="6535043"/>
            <a:ext cx="7400925" cy="9525"/>
          </a:xfrm>
          <a:prstGeom prst="rect">
            <a:avLst/>
          </a:prstGeom>
          <a:solidFill>
            <a:srgbClr val="33404F"/>
          </a:solidFill>
          <a:ln/>
        </p:spPr>
      </p:sp>
      <p:sp>
        <p:nvSpPr>
          <p:cNvPr id="19" name="Text 17"/>
          <p:cNvSpPr/>
          <p:nvPr/>
        </p:nvSpPr>
        <p:spPr>
          <a:xfrm>
            <a:off x="9572625" y="6658868"/>
            <a:ext cx="7622953" cy="752475"/>
          </a:xfrm>
          <a:prstGeom prst="rect">
            <a:avLst/>
          </a:prstGeom>
          <a:noFill/>
          <a:ln/>
        </p:spPr>
        <p:txBody>
          <a:bodyPr wrap="square" lIns="25400" tIns="25400" rIns="25400" bIns="25400" rtlCol="0" anchor="t">
            <a:normAutofit/>
          </a:bodyPr>
          <a:lstStyle/>
          <a:p>
            <a:pPr algn="l" indent="0" marL="0">
              <a:lnSpc>
                <a:spcPct val="104167"/>
              </a:lnSpc>
              <a:buNone/>
            </a:pPr>
            <a:r>
              <a:rPr lang="en-US" sz="1875" dirty="0">
                <a:solidFill>
                  <a:srgbClr val="8FA0B1"/>
                </a:solidFill>
                <a:latin typeface="Noto Sans KR" pitchFamily="34" charset="0"/>
                <a:ea typeface="Noto Sans KR" pitchFamily="34" charset="-122"/>
                <a:cs typeface="Noto Sans KR" pitchFamily="34" charset="-120"/>
              </a:rPr>
              <a:t>문장을 숫자로 바꿔주는 것이 </a:t>
            </a:r>
            <a:pPr algn="l" indent="0" marL="0">
              <a:lnSpc>
                <a:spcPct val="104167"/>
              </a:lnSpc>
              <a:buNone/>
            </a:pPr>
            <a:r>
              <a:rPr lang="en-US" sz="1875" b="1" dirty="0">
                <a:solidFill>
                  <a:srgbClr val="6FC3B2"/>
                </a:solidFill>
                <a:latin typeface="Noto Sans KR" pitchFamily="34" charset="0"/>
                <a:ea typeface="Noto Sans KR" pitchFamily="34" charset="-122"/>
                <a:cs typeface="Noto Sans KR" pitchFamily="34" charset="-120"/>
              </a:rPr>
              <a:t>임베딩 모델 </a:t>
            </a:r>
            <a:pPr algn="l" indent="0" marL="0">
              <a:lnSpc>
                <a:spcPct val="104167"/>
              </a:lnSpc>
              <a:buNone/>
            </a:pPr>
            <a:r>
              <a:rPr lang="en-US" sz="1875" dirty="0">
                <a:solidFill>
                  <a:srgbClr val="8FA0B1"/>
                </a:solidFill>
                <a:latin typeface="Noto Sans KR" pitchFamily="34" charset="0"/>
                <a:ea typeface="Noto Sans KR" pitchFamily="34" charset="-122"/>
                <a:cs typeface="Noto Sans KR" pitchFamily="34" charset="-120"/>
              </a:rPr>
              <a:t>— 우리 대회는 bge-m3를 서버에 준비해 두었다</a:t>
            </a:r>
            <a:endParaRPr lang="en-US" sz="1875" dirty="0"/>
          </a:p>
        </p:txBody>
      </p:sp>
      <p:sp>
        <p:nvSpPr>
          <p:cNvPr id="20" name="Shape 18"/>
          <p:cNvSpPr/>
          <p:nvPr/>
        </p:nvSpPr>
        <p:spPr>
          <a:xfrm>
            <a:off x="1028700" y="7944743"/>
            <a:ext cx="16230600" cy="819150"/>
          </a:xfrm>
          <a:prstGeom prst="roundRect">
            <a:avLst>
              <a:gd name="adj" fmla="val 6977"/>
            </a:avLst>
          </a:prstGeom>
          <a:solidFill>
            <a:srgbClr val="EDE9E0"/>
          </a:solidFill>
          <a:ln/>
        </p:spPr>
      </p:sp>
      <p:sp>
        <p:nvSpPr>
          <p:cNvPr id="21" name="Text 19"/>
          <p:cNvSpPr/>
          <p:nvPr/>
        </p:nvSpPr>
        <p:spPr>
          <a:xfrm>
            <a:off x="1295400" y="8154293"/>
            <a:ext cx="16184118" cy="438150"/>
          </a:xfrm>
          <a:prstGeom prst="rect">
            <a:avLst/>
          </a:prstGeom>
          <a:noFill/>
          <a:ln/>
        </p:spPr>
        <p:txBody>
          <a:bodyPr wrap="square" lIns="25400" tIns="25400" rIns="25400" bIns="25400" rtlCol="0" anchor="t">
            <a:normAutofit/>
          </a:bodyPr>
          <a:lstStyle/>
          <a:p>
            <a:pPr algn="l" indent="0" marL="0">
              <a:lnSpc>
                <a:spcPct val="105000"/>
              </a:lnSpc>
              <a:buNone/>
            </a:pPr>
            <a:r>
              <a:rPr lang="en-US" sz="2100" dirty="0">
                <a:solidFill>
                  <a:srgbClr val="3C4654"/>
                </a:solidFill>
                <a:highlight>
                  <a:srgbClr val="EDE9E0"/>
                </a:highlight>
                <a:latin typeface="Noto Sans KR" pitchFamily="34" charset="0"/>
                <a:ea typeface="Noto Sans KR" pitchFamily="34" charset="-122"/>
                <a:cs typeface="Noto Sans KR" pitchFamily="34" charset="-120"/>
              </a:rPr>
              <a:t>둘 중 뭐가 낫다는 얘기가 아니다 — </a:t>
            </a:r>
            <a:pPr algn="l" indent="0" marL="0">
              <a:lnSpc>
                <a:spcPct val="105000"/>
              </a:lnSpc>
              <a:buNone/>
            </a:pPr>
            <a:r>
              <a:rPr lang="en-US" sz="2100" b="1" dirty="0">
                <a:solidFill>
                  <a:srgbClr val="16202E"/>
                </a:solidFill>
                <a:latin typeface="Noto Sans KR" pitchFamily="34" charset="0"/>
                <a:ea typeface="Noto Sans KR" pitchFamily="34" charset="-122"/>
                <a:cs typeface="Noto Sans KR" pitchFamily="34" charset="-120"/>
              </a:rPr>
              <a:t>값으로 걸러낼 것은 DB로, 뜻으로 찾을 것은 벡터로</a:t>
            </a:r>
            <a:pPr algn="l" indent="0" marL="0">
              <a:lnSpc>
                <a:spcPct val="105000"/>
              </a:lnSpc>
              <a:buNone/>
            </a:pPr>
            <a:r>
              <a:rPr lang="en-US" sz="2100" dirty="0">
                <a:solidFill>
                  <a:srgbClr val="3C4654"/>
                </a:solidFill>
                <a:highlight>
                  <a:srgbClr val="EDE9E0"/>
                </a:highlight>
                <a:latin typeface="Noto Sans KR" pitchFamily="34" charset="0"/>
                <a:ea typeface="Noto Sans KR" pitchFamily="34" charset="-122"/>
                <a:cs typeface="Noto Sans KR" pitchFamily="34" charset="-120"/>
              </a:rPr>
              <a:t>. 실제로는 섞어 쓴다.</a:t>
            </a:r>
            <a:endParaRPr lang="en-US" sz="2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1028700" y="800100"/>
            <a:ext cx="17853660" cy="390525"/>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0F6B5E"/>
                </a:solidFill>
                <a:latin typeface="Noto Sans KR" pitchFamily="34" charset="0"/>
                <a:ea typeface="Noto Sans KR" pitchFamily="34" charset="-122"/>
                <a:cs typeface="Noto Sans KR" pitchFamily="34" charset="-120"/>
              </a:rPr>
              <a:t>⑥ 검색(RAG) — 3/4 · 실제로 찾는 방법</a:t>
            </a:r>
            <a:endParaRPr lang="en-US" sz="1950" dirty="0"/>
          </a:p>
        </p:txBody>
      </p:sp>
      <p:sp>
        <p:nvSpPr>
          <p:cNvPr id="3" name="Text 1"/>
          <p:cNvSpPr/>
          <p:nvPr/>
        </p:nvSpPr>
        <p:spPr>
          <a:xfrm>
            <a:off x="1028700" y="1285875"/>
            <a:ext cx="16973550" cy="710059"/>
          </a:xfrm>
          <a:prstGeom prst="rect">
            <a:avLst/>
          </a:prstGeom>
          <a:noFill/>
          <a:ln/>
        </p:spPr>
        <p:txBody>
          <a:bodyPr wrap="square" lIns="25400" tIns="25400" rIns="25400" bIns="25400" rtlCol="0" anchor="t">
            <a:normAutofit/>
          </a:bodyPr>
          <a:lstStyle/>
          <a:p>
            <a:pPr algn="l" indent="0" marL="0">
              <a:lnSpc>
                <a:spcPct val="87111"/>
              </a:lnSpc>
              <a:buNone/>
            </a:pPr>
            <a:r>
              <a:rPr lang="en-US" sz="4200" b="1" spc="-42" kern="0" dirty="0">
                <a:solidFill>
                  <a:srgbClr val="16202E"/>
                </a:solidFill>
                <a:latin typeface="Noto Sans KR" pitchFamily="34" charset="0"/>
                <a:ea typeface="Noto Sans KR" pitchFamily="34" charset="-122"/>
                <a:cs typeface="Noto Sans KR" pitchFamily="34" charset="-120"/>
              </a:rPr>
              <a:t>자르고 · 찾고 · 위에서 몇 개만 고른다</a:t>
            </a:r>
            <a:endParaRPr lang="en-US" sz="4200" dirty="0"/>
          </a:p>
        </p:txBody>
      </p:sp>
      <p:sp>
        <p:nvSpPr>
          <p:cNvPr id="4" name="Shape 2"/>
          <p:cNvSpPr/>
          <p:nvPr/>
        </p:nvSpPr>
        <p:spPr>
          <a:xfrm>
            <a:off x="1028700" y="2262634"/>
            <a:ext cx="4517529" cy="3752850"/>
          </a:xfrm>
          <a:prstGeom prst="roundRect">
            <a:avLst>
              <a:gd name="adj" fmla="val 1523"/>
            </a:avLst>
          </a:prstGeom>
          <a:solidFill>
            <a:srgbClr val="FFFFFF"/>
          </a:solidFill>
          <a:ln w="9525">
            <a:solidFill>
              <a:srgbClr val="E3DED3"/>
            </a:solidFill>
            <a:prstDash val="solid"/>
          </a:ln>
        </p:spPr>
      </p:sp>
      <p:sp>
        <p:nvSpPr>
          <p:cNvPr id="5" name="Text 3"/>
          <p:cNvSpPr/>
          <p:nvPr/>
        </p:nvSpPr>
        <p:spPr>
          <a:xfrm>
            <a:off x="1304925" y="2519809"/>
            <a:ext cx="4361587"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0F6B5E"/>
                </a:solidFill>
                <a:latin typeface="Noto Sans KR" pitchFamily="34" charset="0"/>
                <a:ea typeface="Noto Sans KR" pitchFamily="34" charset="-122"/>
                <a:cs typeface="Noto Sans KR" pitchFamily="34" charset="-120"/>
              </a:rPr>
              <a:t>1 · 자르기 (청크)</a:t>
            </a:r>
            <a:endParaRPr lang="en-US" sz="1800" dirty="0"/>
          </a:p>
        </p:txBody>
      </p:sp>
      <p:sp>
        <p:nvSpPr>
          <p:cNvPr id="6" name="Text 4"/>
          <p:cNvSpPr/>
          <p:nvPr/>
        </p:nvSpPr>
        <p:spPr>
          <a:xfrm>
            <a:off x="1304925" y="2967484"/>
            <a:ext cx="4084031" cy="783729"/>
          </a:xfrm>
          <a:prstGeom prst="rect">
            <a:avLst/>
          </a:prstGeom>
          <a:noFill/>
          <a:ln/>
        </p:spPr>
        <p:txBody>
          <a:bodyPr wrap="square" lIns="25400" tIns="25400" rIns="25400" bIns="25400" rtlCol="0" anchor="t">
            <a:normAutofit/>
          </a:bodyPr>
          <a:lstStyle/>
          <a:p>
            <a:pPr algn="l" indent="0" marL="0">
              <a:lnSpc>
                <a:spcPct val="93214"/>
              </a:lnSpc>
              <a:buNone/>
            </a:pPr>
            <a:r>
              <a:rPr lang="en-US" sz="2175" b="1" dirty="0">
                <a:solidFill>
                  <a:srgbClr val="16202E"/>
                </a:solidFill>
                <a:latin typeface="Noto Sans KR" pitchFamily="34" charset="0"/>
                <a:ea typeface="Noto Sans KR" pitchFamily="34" charset="-122"/>
                <a:cs typeface="Noto Sans KR" pitchFamily="34" charset="-120"/>
              </a:rPr>
              <a:t>법령 전문을 제N조 단위로 잘라 둔다</a:t>
            </a:r>
            <a:endParaRPr lang="en-US" sz="2175" dirty="0"/>
          </a:p>
        </p:txBody>
      </p:sp>
      <p:sp>
        <p:nvSpPr>
          <p:cNvPr id="7" name="Text 5"/>
          <p:cNvSpPr/>
          <p:nvPr/>
        </p:nvSpPr>
        <p:spPr>
          <a:xfrm>
            <a:off x="1304925" y="3827413"/>
            <a:ext cx="4084031" cy="1073944"/>
          </a:xfrm>
          <a:prstGeom prst="rect">
            <a:avLst/>
          </a:prstGeom>
          <a:noFill/>
          <a:ln/>
        </p:spPr>
        <p:txBody>
          <a:bodyPr wrap="square" lIns="25400" tIns="25400" rIns="25400" bIns="25400" rtlCol="0" anchor="t">
            <a:normAutofit/>
          </a:bodyPr>
          <a:lstStyle/>
          <a:p>
            <a:pPr algn="l" indent="0" marL="0">
              <a:lnSpc>
                <a:spcPct val="100694"/>
              </a:lnSpc>
              <a:buNone/>
            </a:pPr>
            <a:r>
              <a:rPr lang="en-US" sz="1875" dirty="0">
                <a:solidFill>
                  <a:srgbClr val="3C4654"/>
                </a:solidFill>
                <a:latin typeface="Noto Sans KR" pitchFamily="34" charset="0"/>
                <a:ea typeface="Noto Sans KR" pitchFamily="34" charset="-122"/>
                <a:cs typeface="Noto Sans KR" pitchFamily="34" charset="-120"/>
              </a:rPr>
              <a:t>조문 하나가 필요한데 법 전체가 걸려 나오면 프롬프트가 꽉 찬다. 잘라 둔 조각을 </a:t>
            </a:r>
            <a:pPr algn="l" indent="0" marL="0">
              <a:lnSpc>
                <a:spcPct val="100694"/>
              </a:lnSpc>
              <a:buNone/>
            </a:pPr>
            <a:r>
              <a:rPr lang="en-US" sz="1875" b="1" dirty="0">
                <a:solidFill>
                  <a:srgbClr val="16202E"/>
                </a:solidFill>
                <a:latin typeface="Noto Sans KR" pitchFamily="34" charset="0"/>
                <a:ea typeface="Noto Sans KR" pitchFamily="34" charset="-122"/>
                <a:cs typeface="Noto Sans KR" pitchFamily="34" charset="-120"/>
              </a:rPr>
              <a:t>청크</a:t>
            </a:r>
            <a:pPr algn="l" indent="0" marL="0">
              <a:lnSpc>
                <a:spcPct val="100694"/>
              </a:lnSpc>
              <a:buNone/>
            </a:pPr>
            <a:r>
              <a:rPr lang="en-US" sz="1875" dirty="0">
                <a:solidFill>
                  <a:srgbClr val="3C4654"/>
                </a:solidFill>
                <a:latin typeface="Noto Sans KR" pitchFamily="34" charset="0"/>
                <a:ea typeface="Noto Sans KR" pitchFamily="34" charset="-122"/>
                <a:cs typeface="Noto Sans KR" pitchFamily="34" charset="-120"/>
              </a:rPr>
              <a:t>라 부른다.</a:t>
            </a:r>
            <a:endParaRPr lang="en-US" sz="1875" dirty="0"/>
          </a:p>
        </p:txBody>
      </p:sp>
      <p:sp>
        <p:nvSpPr>
          <p:cNvPr id="8" name="Text 6"/>
          <p:cNvSpPr/>
          <p:nvPr/>
        </p:nvSpPr>
        <p:spPr>
          <a:xfrm>
            <a:off x="5755779" y="2262634"/>
            <a:ext cx="7453923"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0F6B5E"/>
                </a:solidFill>
                <a:latin typeface="Noto Sans KR" pitchFamily="34" charset="0"/>
                <a:ea typeface="Noto Sans KR" pitchFamily="34" charset="-122"/>
                <a:cs typeface="Noto Sans KR" pitchFamily="34" charset="-120"/>
              </a:rPr>
              <a:t>2 · 찾기 — 두 가지 방법</a:t>
            </a:r>
            <a:endParaRPr lang="en-US" sz="1800" dirty="0"/>
          </a:p>
        </p:txBody>
      </p:sp>
      <p:sp>
        <p:nvSpPr>
          <p:cNvPr id="9" name="Shape 7"/>
          <p:cNvSpPr/>
          <p:nvPr/>
        </p:nvSpPr>
        <p:spPr>
          <a:xfrm>
            <a:off x="5755779" y="2729359"/>
            <a:ext cx="6776293" cy="1585913"/>
          </a:xfrm>
          <a:prstGeom prst="roundRect">
            <a:avLst>
              <a:gd name="adj" fmla="val 3604"/>
            </a:avLst>
          </a:prstGeom>
          <a:solidFill>
            <a:srgbClr val="FFFFFF"/>
          </a:solidFill>
          <a:ln w="9525">
            <a:solidFill>
              <a:srgbClr val="E3DED3"/>
            </a:solidFill>
            <a:prstDash val="solid"/>
          </a:ln>
        </p:spPr>
      </p:sp>
      <p:sp>
        <p:nvSpPr>
          <p:cNvPr id="10" name="Text 8"/>
          <p:cNvSpPr/>
          <p:nvPr/>
        </p:nvSpPr>
        <p:spPr>
          <a:xfrm>
            <a:off x="6012954" y="2948434"/>
            <a:ext cx="6888138" cy="409575"/>
          </a:xfrm>
          <a:prstGeom prst="rect">
            <a:avLst/>
          </a:prstGeom>
          <a:noFill/>
          <a:ln/>
        </p:spPr>
        <p:txBody>
          <a:bodyPr wrap="square" lIns="25400" tIns="25400" rIns="25400" bIns="25400" rtlCol="0" anchor="t">
            <a:normAutofit/>
          </a:bodyPr>
          <a:lstStyle/>
          <a:p>
            <a:pPr algn="l" indent="0" marL="0">
              <a:buNone/>
            </a:pPr>
            <a:r>
              <a:rPr lang="en-US" sz="2025" b="1" dirty="0">
                <a:solidFill>
                  <a:srgbClr val="16202E"/>
                </a:solidFill>
                <a:latin typeface="Noto Sans KR" pitchFamily="34" charset="0"/>
                <a:ea typeface="Noto Sans KR" pitchFamily="34" charset="-122"/>
                <a:cs typeface="Noto Sans KR" pitchFamily="34" charset="-120"/>
              </a:rPr>
              <a:t>BM25 — 단어가 겹치는 것을 찾는다</a:t>
            </a:r>
            <a:endParaRPr lang="en-US" sz="2025" dirty="0"/>
          </a:p>
        </p:txBody>
      </p:sp>
      <p:sp>
        <p:nvSpPr>
          <p:cNvPr id="11" name="Text 9"/>
          <p:cNvSpPr/>
          <p:nvPr/>
        </p:nvSpPr>
        <p:spPr>
          <a:xfrm>
            <a:off x="6012954" y="3405634"/>
            <a:ext cx="6449802" cy="728663"/>
          </a:xfrm>
          <a:prstGeom prst="rect">
            <a:avLst/>
          </a:prstGeom>
          <a:noFill/>
          <a:ln/>
        </p:spPr>
        <p:txBody>
          <a:bodyPr wrap="square" lIns="25400" tIns="25400" rIns="25400" bIns="25400" rtlCol="0" anchor="t">
            <a:normAutofit/>
          </a:bodyPr>
          <a:lstStyle/>
          <a:p>
            <a:pPr algn="l" indent="0" marL="0">
              <a:lnSpc>
                <a:spcPct val="100694"/>
              </a:lnSpc>
              <a:buNone/>
            </a:pPr>
            <a:r>
              <a:rPr lang="en-US" sz="1875" dirty="0">
                <a:solidFill>
                  <a:srgbClr val="3C4654"/>
                </a:solidFill>
                <a:latin typeface="Noto Sans KR" pitchFamily="34" charset="0"/>
                <a:ea typeface="Noto Sans KR" pitchFamily="34" charset="-122"/>
                <a:cs typeface="Noto Sans KR" pitchFamily="34" charset="-120"/>
              </a:rPr>
              <a:t>빠르고 GPU가 필요 없다 · 조문 번호·법 이름처럼 </a:t>
            </a:r>
            <a:pPr algn="l" indent="0" marL="0">
              <a:lnSpc>
                <a:spcPct val="100694"/>
              </a:lnSpc>
              <a:buNone/>
            </a:pPr>
            <a:r>
              <a:rPr lang="en-US" sz="1875" b="1" dirty="0">
                <a:solidFill>
                  <a:srgbClr val="16202E"/>
                </a:solidFill>
                <a:latin typeface="Noto Sans KR" pitchFamily="34" charset="0"/>
                <a:ea typeface="Noto Sans KR" pitchFamily="34" charset="-122"/>
                <a:cs typeface="Noto Sans KR" pitchFamily="34" charset="-120"/>
              </a:rPr>
              <a:t>정확한 단어 </a:t>
            </a:r>
            <a:pPr algn="l" indent="0" marL="0">
              <a:lnSpc>
                <a:spcPct val="100694"/>
              </a:lnSpc>
              <a:buNone/>
            </a:pPr>
            <a:r>
              <a:rPr lang="en-US" sz="1875" dirty="0">
                <a:solidFill>
                  <a:srgbClr val="3C4654"/>
                </a:solidFill>
                <a:latin typeface="Noto Sans KR" pitchFamily="34" charset="0"/>
                <a:ea typeface="Noto Sans KR" pitchFamily="34" charset="-122"/>
                <a:cs typeface="Noto Sans KR" pitchFamily="34" charset="-120"/>
              </a:rPr>
              <a:t>를 찾을 때 강하다 · 단어가 다르면 못 찾는다</a:t>
            </a:r>
            <a:endParaRPr lang="en-US" sz="1875" dirty="0"/>
          </a:p>
        </p:txBody>
      </p:sp>
      <p:sp>
        <p:nvSpPr>
          <p:cNvPr id="12" name="Shape 10"/>
          <p:cNvSpPr/>
          <p:nvPr/>
        </p:nvSpPr>
        <p:spPr>
          <a:xfrm>
            <a:off x="5755779" y="4448621"/>
            <a:ext cx="6776293" cy="1566863"/>
          </a:xfrm>
          <a:prstGeom prst="roundRect">
            <a:avLst>
              <a:gd name="adj" fmla="val 3647"/>
            </a:avLst>
          </a:prstGeom>
          <a:solidFill>
            <a:srgbClr val="16202E"/>
          </a:solidFill>
          <a:ln/>
        </p:spPr>
      </p:sp>
      <p:sp>
        <p:nvSpPr>
          <p:cNvPr id="13" name="Text 11"/>
          <p:cNvSpPr/>
          <p:nvPr/>
        </p:nvSpPr>
        <p:spPr>
          <a:xfrm>
            <a:off x="6003429" y="4658171"/>
            <a:ext cx="6909093" cy="409575"/>
          </a:xfrm>
          <a:prstGeom prst="rect">
            <a:avLst/>
          </a:prstGeom>
          <a:noFill/>
          <a:ln/>
        </p:spPr>
        <p:txBody>
          <a:bodyPr wrap="square" lIns="25400" tIns="25400" rIns="25400" bIns="25400" rtlCol="0" anchor="t">
            <a:normAutofit/>
          </a:bodyPr>
          <a:lstStyle/>
          <a:p>
            <a:pPr algn="l" indent="0" marL="0">
              <a:buNone/>
            </a:pPr>
            <a:r>
              <a:rPr lang="en-US" sz="2025" b="1" dirty="0">
                <a:solidFill>
                  <a:srgbClr val="6FC3B2"/>
                </a:solidFill>
                <a:latin typeface="Noto Sans KR" pitchFamily="34" charset="0"/>
                <a:ea typeface="Noto Sans KR" pitchFamily="34" charset="-122"/>
                <a:cs typeface="Noto Sans KR" pitchFamily="34" charset="-120"/>
              </a:rPr>
              <a:t>임베딩 — 뜻이 가까운 것을 찾는다</a:t>
            </a:r>
            <a:endParaRPr lang="en-US" sz="2025" dirty="0"/>
          </a:p>
        </p:txBody>
      </p:sp>
      <p:sp>
        <p:nvSpPr>
          <p:cNvPr id="14" name="Text 12"/>
          <p:cNvSpPr/>
          <p:nvPr/>
        </p:nvSpPr>
        <p:spPr>
          <a:xfrm>
            <a:off x="6003429" y="5115371"/>
            <a:ext cx="6469423" cy="728663"/>
          </a:xfrm>
          <a:prstGeom prst="rect">
            <a:avLst/>
          </a:prstGeom>
          <a:noFill/>
          <a:ln/>
        </p:spPr>
        <p:txBody>
          <a:bodyPr wrap="square" lIns="25400" tIns="25400" rIns="25400" bIns="25400" rtlCol="0" anchor="t">
            <a:normAutofit/>
          </a:bodyPr>
          <a:lstStyle/>
          <a:p>
            <a:pPr algn="l" indent="0" marL="0">
              <a:lnSpc>
                <a:spcPct val="100694"/>
              </a:lnSpc>
              <a:buNone/>
            </a:pPr>
            <a:r>
              <a:rPr lang="en-US" sz="1875" dirty="0">
                <a:solidFill>
                  <a:srgbClr val="C6CEDA"/>
                </a:solidFill>
                <a:latin typeface="Noto Sans KR" pitchFamily="34" charset="0"/>
                <a:ea typeface="Noto Sans KR" pitchFamily="34" charset="-122"/>
                <a:cs typeface="Noto Sans KR" pitchFamily="34" charset="-120"/>
              </a:rPr>
              <a:t>단어가 달라도 찾는다 · 대신 모델을 돌려야 해서 </a:t>
            </a:r>
            <a:pPr algn="l" indent="0" marL="0">
              <a:lnSpc>
                <a:spcPct val="100694"/>
              </a:lnSpc>
              <a:buNone/>
            </a:pPr>
            <a:r>
              <a:rPr lang="en-US" sz="1875" b="1" dirty="0">
                <a:solidFill>
                  <a:srgbClr val="6FC3B2"/>
                </a:solidFill>
                <a:latin typeface="Noto Sans KR" pitchFamily="34" charset="0"/>
                <a:ea typeface="Noto Sans KR" pitchFamily="34" charset="-122"/>
                <a:cs typeface="Noto Sans KR" pitchFamily="34" charset="-120"/>
              </a:rPr>
              <a:t>느리고 GPU 메모리를 쓴다</a:t>
            </a:r>
            <a:endParaRPr lang="en-US" sz="1875" dirty="0"/>
          </a:p>
        </p:txBody>
      </p:sp>
      <p:sp>
        <p:nvSpPr>
          <p:cNvPr id="15" name="Shape 13"/>
          <p:cNvSpPr/>
          <p:nvPr/>
        </p:nvSpPr>
        <p:spPr>
          <a:xfrm>
            <a:off x="12741622" y="2262634"/>
            <a:ext cx="4517678" cy="3752850"/>
          </a:xfrm>
          <a:prstGeom prst="roundRect">
            <a:avLst>
              <a:gd name="adj" fmla="val 1523"/>
            </a:avLst>
          </a:prstGeom>
          <a:solidFill>
            <a:srgbClr val="FFFFFF"/>
          </a:solidFill>
          <a:ln w="9525">
            <a:solidFill>
              <a:srgbClr val="E3DED3"/>
            </a:solidFill>
            <a:prstDash val="solid"/>
          </a:ln>
        </p:spPr>
      </p:sp>
      <p:sp>
        <p:nvSpPr>
          <p:cNvPr id="16" name="Text 14"/>
          <p:cNvSpPr/>
          <p:nvPr/>
        </p:nvSpPr>
        <p:spPr>
          <a:xfrm>
            <a:off x="13017847" y="2519809"/>
            <a:ext cx="4361751"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0F6B5E"/>
                </a:solidFill>
                <a:latin typeface="Noto Sans KR" pitchFamily="34" charset="0"/>
                <a:ea typeface="Noto Sans KR" pitchFamily="34" charset="-122"/>
                <a:cs typeface="Noto Sans KR" pitchFamily="34" charset="-120"/>
              </a:rPr>
              <a:t>3 · 고르기 (top-k)</a:t>
            </a:r>
            <a:endParaRPr lang="en-US" sz="1800" dirty="0"/>
          </a:p>
        </p:txBody>
      </p:sp>
      <p:sp>
        <p:nvSpPr>
          <p:cNvPr id="17" name="Text 15"/>
          <p:cNvSpPr/>
          <p:nvPr/>
        </p:nvSpPr>
        <p:spPr>
          <a:xfrm>
            <a:off x="13017847" y="2967484"/>
            <a:ext cx="4361751" cy="410914"/>
          </a:xfrm>
          <a:prstGeom prst="rect">
            <a:avLst/>
          </a:prstGeom>
          <a:noFill/>
          <a:ln/>
        </p:spPr>
        <p:txBody>
          <a:bodyPr wrap="square" lIns="25400" tIns="25400" rIns="25400" bIns="25400" rtlCol="0" anchor="t">
            <a:normAutofit/>
          </a:bodyPr>
          <a:lstStyle/>
          <a:p>
            <a:pPr algn="l" indent="0" marL="0">
              <a:lnSpc>
                <a:spcPct val="93214"/>
              </a:lnSpc>
              <a:buNone/>
            </a:pPr>
            <a:r>
              <a:rPr lang="en-US" sz="2175" b="1" dirty="0">
                <a:solidFill>
                  <a:srgbClr val="16202E"/>
                </a:solidFill>
                <a:latin typeface="Noto Sans KR" pitchFamily="34" charset="0"/>
                <a:ea typeface="Noto Sans KR" pitchFamily="34" charset="-122"/>
                <a:cs typeface="Noto Sans KR" pitchFamily="34" charset="-120"/>
              </a:rPr>
              <a:t>찾은 결과 중 위에서 k개만 쓴다</a:t>
            </a:r>
            <a:endParaRPr lang="en-US" sz="2175" dirty="0"/>
          </a:p>
        </p:txBody>
      </p:sp>
      <p:sp>
        <p:nvSpPr>
          <p:cNvPr id="18" name="Text 16"/>
          <p:cNvSpPr/>
          <p:nvPr/>
        </p:nvSpPr>
        <p:spPr>
          <a:xfrm>
            <a:off x="13017847" y="3454598"/>
            <a:ext cx="4084185" cy="728663"/>
          </a:xfrm>
          <a:prstGeom prst="rect">
            <a:avLst/>
          </a:prstGeom>
          <a:noFill/>
          <a:ln/>
        </p:spPr>
        <p:txBody>
          <a:bodyPr wrap="square" lIns="25400" tIns="25400" rIns="25400" bIns="25400" rtlCol="0" anchor="t">
            <a:normAutofit/>
          </a:bodyPr>
          <a:lstStyle/>
          <a:p>
            <a:pPr algn="l" indent="0" marL="0">
              <a:lnSpc>
                <a:spcPct val="100694"/>
              </a:lnSpc>
              <a:buNone/>
            </a:pPr>
            <a:r>
              <a:rPr lang="en-US" sz="1875" dirty="0">
                <a:solidFill>
                  <a:srgbClr val="3C4654"/>
                </a:solidFill>
                <a:latin typeface="Noto Sans KR" pitchFamily="34" charset="0"/>
                <a:ea typeface="Noto Sans KR" pitchFamily="34" charset="-122"/>
                <a:cs typeface="Noto Sans KR" pitchFamily="34" charset="-120"/>
              </a:rPr>
              <a:t>우리 베이스라인은 </a:t>
            </a:r>
            <a:pPr algn="l" indent="0" marL="0">
              <a:lnSpc>
                <a:spcPct val="100694"/>
              </a:lnSpc>
              <a:buNone/>
            </a:pPr>
            <a:r>
              <a:rPr lang="en-US" sz="1875" b="1" dirty="0">
                <a:solidFill>
                  <a:srgbClr val="16202E"/>
                </a:solidFill>
                <a:latin typeface="Noto Sans KR" pitchFamily="34" charset="0"/>
                <a:ea typeface="Noto Sans KR" pitchFamily="34" charset="-122"/>
                <a:cs typeface="Noto Sans KR" pitchFamily="34" charset="-120"/>
              </a:rPr>
              <a:t>상위 8개 조문 </a:t>
            </a:r>
            <a:pPr algn="l" indent="0" marL="0">
              <a:lnSpc>
                <a:spcPct val="100694"/>
              </a:lnSpc>
              <a:buNone/>
            </a:pPr>
            <a:r>
              <a:rPr lang="en-US" sz="1875" dirty="0">
                <a:solidFill>
                  <a:srgbClr val="3C4654"/>
                </a:solidFill>
                <a:latin typeface="Noto Sans KR" pitchFamily="34" charset="0"/>
                <a:ea typeface="Noto Sans KR" pitchFamily="34" charset="-122"/>
                <a:cs typeface="Noto Sans KR" pitchFamily="34" charset="-120"/>
              </a:rPr>
              <a:t>. 다 넣으면 예산을 넘기기 때문이다.</a:t>
            </a:r>
            <a:endParaRPr lang="en-US" sz="1875" dirty="0"/>
          </a:p>
        </p:txBody>
      </p:sp>
      <p:sp>
        <p:nvSpPr>
          <p:cNvPr id="19" name="Shape 17"/>
          <p:cNvSpPr/>
          <p:nvPr/>
        </p:nvSpPr>
        <p:spPr>
          <a:xfrm>
            <a:off x="1028700" y="6320284"/>
            <a:ext cx="9033718" cy="2138363"/>
          </a:xfrm>
          <a:prstGeom prst="roundRect">
            <a:avLst>
              <a:gd name="adj" fmla="val 2673"/>
            </a:avLst>
          </a:prstGeom>
          <a:solidFill>
            <a:srgbClr val="16202E"/>
          </a:solidFill>
          <a:ln/>
        </p:spPr>
      </p:sp>
      <p:sp>
        <p:nvSpPr>
          <p:cNvPr id="20" name="Text 18"/>
          <p:cNvSpPr/>
          <p:nvPr/>
        </p:nvSpPr>
        <p:spPr>
          <a:xfrm>
            <a:off x="1314450" y="6548884"/>
            <a:ext cx="9308440"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6FC3B2"/>
                </a:solidFill>
                <a:latin typeface="Noto Sans KR" pitchFamily="34" charset="0"/>
                <a:ea typeface="Noto Sans KR" pitchFamily="34" charset="-122"/>
                <a:cs typeface="Noto Sans KR" pitchFamily="34" charset="-120"/>
              </a:rPr>
              <a:t>여기서 생기는 절충 — 이게 실험의 대상이다</a:t>
            </a:r>
            <a:endParaRPr lang="en-US" sz="1800" dirty="0"/>
          </a:p>
        </p:txBody>
      </p:sp>
      <p:sp>
        <p:nvSpPr>
          <p:cNvPr id="21" name="Text 19"/>
          <p:cNvSpPr/>
          <p:nvPr/>
        </p:nvSpPr>
        <p:spPr>
          <a:xfrm>
            <a:off x="1314450" y="6977509"/>
            <a:ext cx="8716085" cy="809625"/>
          </a:xfrm>
          <a:prstGeom prst="rect">
            <a:avLst/>
          </a:prstGeom>
          <a:noFill/>
          <a:ln/>
        </p:spPr>
        <p:txBody>
          <a:bodyPr wrap="square" lIns="25400" tIns="25400" rIns="25400" bIns="25400" rtlCol="0" anchor="t">
            <a:normAutofit/>
          </a:bodyPr>
          <a:lstStyle/>
          <a:p>
            <a:pPr algn="l" indent="0" marL="0">
              <a:lnSpc>
                <a:spcPct val="103846"/>
              </a:lnSpc>
              <a:buNone/>
            </a:pPr>
            <a:r>
              <a:rPr lang="en-US" sz="2025" dirty="0">
                <a:solidFill>
                  <a:srgbClr val="F6F4EF"/>
                </a:solidFill>
                <a:latin typeface="Noto Sans KR" pitchFamily="34" charset="0"/>
                <a:ea typeface="Noto Sans KR" pitchFamily="34" charset="-122"/>
                <a:cs typeface="Noto Sans KR" pitchFamily="34" charset="-120"/>
              </a:rPr>
              <a:t>많이 넣으면 → 정답 조문이 포함될 확률은 오르지만, </a:t>
            </a:r>
            <a:pPr algn="l" indent="0" marL="0">
              <a:lnSpc>
                <a:spcPct val="103846"/>
              </a:lnSpc>
              <a:buNone/>
            </a:pPr>
            <a:r>
              <a:rPr lang="en-US" sz="2025" b="1" dirty="0">
                <a:solidFill>
                  <a:srgbClr val="6FC3B2"/>
                </a:solidFill>
                <a:latin typeface="Noto Sans KR" pitchFamily="34" charset="0"/>
                <a:ea typeface="Noto Sans KR" pitchFamily="34" charset="-122"/>
                <a:cs typeface="Noto Sans KR" pitchFamily="34" charset="-120"/>
              </a:rPr>
              <a:t>공고 문서 자리가 줄고 느려진다</a:t>
            </a:r>
            <a:endParaRPr lang="en-US" sz="2025" dirty="0"/>
          </a:p>
        </p:txBody>
      </p:sp>
      <p:sp>
        <p:nvSpPr>
          <p:cNvPr id="22" name="Text 20"/>
          <p:cNvSpPr/>
          <p:nvPr/>
        </p:nvSpPr>
        <p:spPr>
          <a:xfrm>
            <a:off x="1314450" y="7844284"/>
            <a:ext cx="9308440" cy="423863"/>
          </a:xfrm>
          <a:prstGeom prst="rect">
            <a:avLst/>
          </a:prstGeom>
          <a:noFill/>
          <a:ln/>
        </p:spPr>
        <p:txBody>
          <a:bodyPr wrap="square" lIns="25400" tIns="25400" rIns="25400" bIns="25400" rtlCol="0" anchor="t">
            <a:normAutofit/>
          </a:bodyPr>
          <a:lstStyle/>
          <a:p>
            <a:pPr algn="l" indent="0" marL="0">
              <a:lnSpc>
                <a:spcPct val="103846"/>
              </a:lnSpc>
              <a:buNone/>
            </a:pPr>
            <a:r>
              <a:rPr lang="en-US" sz="2025" dirty="0">
                <a:solidFill>
                  <a:srgbClr val="F6F4EF"/>
                </a:solidFill>
                <a:latin typeface="Noto Sans KR" pitchFamily="34" charset="0"/>
                <a:ea typeface="Noto Sans KR" pitchFamily="34" charset="-122"/>
                <a:cs typeface="Noto Sans KR" pitchFamily="34" charset="-120"/>
              </a:rPr>
              <a:t>적게 넣으면 → 빠르고 문서를 많이 넣지만, </a:t>
            </a:r>
            <a:pPr algn="l" indent="0" marL="0">
              <a:lnSpc>
                <a:spcPct val="103846"/>
              </a:lnSpc>
              <a:buNone/>
            </a:pPr>
            <a:r>
              <a:rPr lang="en-US" sz="2025" b="1" dirty="0">
                <a:solidFill>
                  <a:srgbClr val="6FC3B2"/>
                </a:solidFill>
                <a:latin typeface="Noto Sans KR" pitchFamily="34" charset="0"/>
                <a:ea typeface="Noto Sans KR" pitchFamily="34" charset="-122"/>
                <a:cs typeface="Noto Sans KR" pitchFamily="34" charset="-120"/>
              </a:rPr>
              <a:t>정답 조문이 빠질 수 있다</a:t>
            </a:r>
            <a:endParaRPr lang="en-US" sz="2025" dirty="0"/>
          </a:p>
        </p:txBody>
      </p:sp>
      <p:sp>
        <p:nvSpPr>
          <p:cNvPr id="23" name="Shape 21"/>
          <p:cNvSpPr/>
          <p:nvPr/>
        </p:nvSpPr>
        <p:spPr>
          <a:xfrm>
            <a:off x="10310068" y="6320284"/>
            <a:ext cx="6949232" cy="2138363"/>
          </a:xfrm>
          <a:prstGeom prst="roundRect">
            <a:avLst>
              <a:gd name="adj" fmla="val 2673"/>
            </a:avLst>
          </a:prstGeom>
          <a:solidFill>
            <a:srgbClr val="EDE9E0"/>
          </a:solidFill>
          <a:ln/>
        </p:spPr>
      </p:sp>
      <p:sp>
        <p:nvSpPr>
          <p:cNvPr id="24" name="Text 22"/>
          <p:cNvSpPr/>
          <p:nvPr/>
        </p:nvSpPr>
        <p:spPr>
          <a:xfrm>
            <a:off x="10576768" y="6548884"/>
            <a:ext cx="6624309" cy="1719263"/>
          </a:xfrm>
          <a:prstGeom prst="rect">
            <a:avLst/>
          </a:prstGeom>
          <a:noFill/>
          <a:ln/>
        </p:spPr>
        <p:txBody>
          <a:bodyPr wrap="square" lIns="25400" tIns="25400" rIns="25400" bIns="25400" rtlCol="0" anchor="t">
            <a:normAutofit/>
          </a:bodyPr>
          <a:lstStyle/>
          <a:p>
            <a:pPr algn="l" indent="0" marL="0">
              <a:lnSpc>
                <a:spcPct val="105405"/>
              </a:lnSpc>
              <a:buNone/>
            </a:pPr>
            <a:r>
              <a:rPr lang="en-US" sz="1950" dirty="0">
                <a:solidFill>
                  <a:srgbClr val="3C4654"/>
                </a:solidFill>
                <a:highlight>
                  <a:srgbClr val="EDE9E0"/>
                </a:highlight>
                <a:latin typeface="Noto Sans KR" pitchFamily="34" charset="0"/>
                <a:ea typeface="Noto Sans KR" pitchFamily="34" charset="-122"/>
                <a:cs typeface="Noto Sans KR" pitchFamily="34" charset="-120"/>
              </a:rPr>
              <a:t>우리 대회의 특수한 사정 — </a:t>
            </a:r>
            <a:pPr algn="l" indent="0" marL="0">
              <a:lnSpc>
                <a:spcPct val="105405"/>
              </a:lnSpc>
              <a:buNone/>
            </a:pPr>
            <a:r>
              <a:rPr lang="en-US" sz="1950" b="1" dirty="0">
                <a:solidFill>
                  <a:srgbClr val="16202E"/>
                </a:solidFill>
                <a:latin typeface="Noto Sans KR" pitchFamily="34" charset="0"/>
                <a:ea typeface="Noto Sans KR" pitchFamily="34" charset="-122"/>
                <a:cs typeface="Noto Sans KR" pitchFamily="34" charset="-120"/>
              </a:rPr>
              <a:t>항목표에 항목별 근거 조문이 이미 적혀 있다. </a:t>
            </a:r>
            <a:pPr algn="l" indent="0" marL="0">
              <a:lnSpc>
                <a:spcPct val="105405"/>
              </a:lnSpc>
              <a:buNone/>
            </a:pPr>
            <a:r>
              <a:rPr lang="en-US" sz="1950" dirty="0">
                <a:solidFill>
                  <a:srgbClr val="3C4654"/>
                </a:solidFill>
                <a:highlight>
                  <a:srgbClr val="EDE9E0"/>
                </a:highlight>
                <a:latin typeface="Noto Sans KR" pitchFamily="34" charset="0"/>
                <a:ea typeface="Noto Sans KR" pitchFamily="34" charset="-122"/>
                <a:cs typeface="Noto Sans KR" pitchFamily="34" charset="-120"/>
              </a:rPr>
              <a:t>그래서 "검색해서 찾기" 전에 "적힌 대로 붙이기"가 먼저다.</a:t>
            </a:r>
            <a:endParaRPr lang="en-US" sz="1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1028700" y="838200"/>
            <a:ext cx="17853660" cy="390525"/>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0F6B5E"/>
                </a:solidFill>
                <a:latin typeface="Noto Sans KR" pitchFamily="34" charset="0"/>
                <a:ea typeface="Noto Sans KR" pitchFamily="34" charset="-122"/>
                <a:cs typeface="Noto Sans KR" pitchFamily="34" charset="-120"/>
              </a:rPr>
              <a:t>⑥ 검색(RAG) — 4/4 · 우리 파이프라인</a:t>
            </a:r>
            <a:endParaRPr lang="en-US" sz="1950" dirty="0"/>
          </a:p>
        </p:txBody>
      </p:sp>
      <p:sp>
        <p:nvSpPr>
          <p:cNvPr id="3" name="Text 1"/>
          <p:cNvSpPr/>
          <p:nvPr/>
        </p:nvSpPr>
        <p:spPr>
          <a:xfrm>
            <a:off x="1028700" y="1343025"/>
            <a:ext cx="16973550" cy="734169"/>
          </a:xfrm>
          <a:prstGeom prst="rect">
            <a:avLst/>
          </a:prstGeom>
          <a:noFill/>
          <a:ln/>
        </p:spPr>
        <p:txBody>
          <a:bodyPr wrap="square" lIns="25400" tIns="25400" rIns="25400" bIns="25400" rtlCol="0" anchor="t">
            <a:normAutofit/>
          </a:bodyPr>
          <a:lstStyle/>
          <a:p>
            <a:pPr algn="l" indent="0" marL="0">
              <a:lnSpc>
                <a:spcPct val="87000"/>
              </a:lnSpc>
              <a:buNone/>
            </a:pPr>
            <a:r>
              <a:rPr lang="en-US" sz="4350" b="1" spc="-43" kern="0" dirty="0">
                <a:solidFill>
                  <a:srgbClr val="16202E"/>
                </a:solidFill>
                <a:latin typeface="Noto Sans KR" pitchFamily="34" charset="0"/>
                <a:ea typeface="Noto Sans KR" pitchFamily="34" charset="-122"/>
                <a:cs typeface="Noto Sans KR" pitchFamily="34" charset="-120"/>
              </a:rPr>
              <a:t>싼 개선부터 순서대로 — 순서를 바꾸면 시간을 버린다</a:t>
            </a:r>
            <a:endParaRPr lang="en-US" sz="4350" dirty="0"/>
          </a:p>
        </p:txBody>
      </p:sp>
      <p:sp>
        <p:nvSpPr>
          <p:cNvPr id="4" name="Shape 2"/>
          <p:cNvSpPr/>
          <p:nvPr/>
        </p:nvSpPr>
        <p:spPr>
          <a:xfrm>
            <a:off x="1028700" y="2381994"/>
            <a:ext cx="3914775" cy="2885331"/>
          </a:xfrm>
          <a:prstGeom prst="roundRect">
            <a:avLst>
              <a:gd name="adj" fmla="val 1981"/>
            </a:avLst>
          </a:prstGeom>
          <a:solidFill>
            <a:srgbClr val="EDE9E0"/>
          </a:solidFill>
          <a:ln/>
        </p:spPr>
      </p:sp>
      <p:sp>
        <p:nvSpPr>
          <p:cNvPr id="5" name="Text 3"/>
          <p:cNvSpPr/>
          <p:nvPr/>
        </p:nvSpPr>
        <p:spPr>
          <a:xfrm>
            <a:off x="1276350" y="2629644"/>
            <a:ext cx="3761423"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7C8492"/>
                </a:solidFill>
                <a:latin typeface="Noto Sans KR" pitchFamily="34" charset="0"/>
                <a:ea typeface="Noto Sans KR" pitchFamily="34" charset="-122"/>
                <a:cs typeface="Noto Sans KR" pitchFamily="34" charset="-120"/>
              </a:rPr>
              <a:t>현재</a:t>
            </a:r>
            <a:endParaRPr lang="en-US" sz="1800" dirty="0"/>
          </a:p>
        </p:txBody>
      </p:sp>
      <p:sp>
        <p:nvSpPr>
          <p:cNvPr id="6" name="Text 4"/>
          <p:cNvSpPr/>
          <p:nvPr/>
        </p:nvSpPr>
        <p:spPr>
          <a:xfrm>
            <a:off x="1276350" y="3077319"/>
            <a:ext cx="3522059" cy="783729"/>
          </a:xfrm>
          <a:prstGeom prst="rect">
            <a:avLst/>
          </a:prstGeom>
          <a:noFill/>
          <a:ln/>
        </p:spPr>
        <p:txBody>
          <a:bodyPr wrap="square" lIns="25400" tIns="25400" rIns="25400" bIns="25400" rtlCol="0" anchor="t">
            <a:normAutofit/>
          </a:bodyPr>
          <a:lstStyle/>
          <a:p>
            <a:pPr algn="l" indent="0" marL="0">
              <a:lnSpc>
                <a:spcPct val="93214"/>
              </a:lnSpc>
              <a:buNone/>
            </a:pPr>
            <a:r>
              <a:rPr lang="en-US" sz="2175" b="1" dirty="0">
                <a:solidFill>
                  <a:srgbClr val="16202E"/>
                </a:solidFill>
                <a:latin typeface="Noto Sans KR" pitchFamily="34" charset="0"/>
                <a:ea typeface="Noto Sans KR" pitchFamily="34" charset="-122"/>
                <a:cs typeface="Noto Sans KR" pitchFamily="34" charset="-120"/>
              </a:rPr>
              <a:t>BM25 한 단 · 질의는 공고문 앞부분</a:t>
            </a:r>
            <a:endParaRPr lang="en-US" sz="2175" dirty="0"/>
          </a:p>
        </p:txBody>
      </p:sp>
      <p:sp>
        <p:nvSpPr>
          <p:cNvPr id="7" name="Text 5"/>
          <p:cNvSpPr/>
          <p:nvPr/>
        </p:nvSpPr>
        <p:spPr>
          <a:xfrm>
            <a:off x="1276350" y="3937248"/>
            <a:ext cx="3522059" cy="728663"/>
          </a:xfrm>
          <a:prstGeom prst="rect">
            <a:avLst/>
          </a:prstGeom>
          <a:noFill/>
          <a:ln/>
        </p:spPr>
        <p:txBody>
          <a:bodyPr wrap="square" lIns="25400" tIns="25400" rIns="25400" bIns="25400" rtlCol="0" anchor="t">
            <a:normAutofit/>
          </a:bodyPr>
          <a:lstStyle/>
          <a:p>
            <a:pPr algn="l" indent="0" marL="0">
              <a:lnSpc>
                <a:spcPct val="100694"/>
              </a:lnSpc>
              <a:buNone/>
            </a:pPr>
            <a:r>
              <a:rPr lang="en-US" sz="1875" dirty="0">
                <a:solidFill>
                  <a:srgbClr val="3C4654"/>
                </a:solidFill>
                <a:latin typeface="Noto Sans KR" pitchFamily="34" charset="0"/>
                <a:ea typeface="Noto Sans KR" pitchFamily="34" charset="-122"/>
                <a:cs typeface="Noto Sans KR" pitchFamily="34" charset="-120"/>
              </a:rPr>
              <a:t>앞부분에는 기관명·사업명이 주로 있어 </a:t>
            </a:r>
            <a:pPr algn="l" indent="0" marL="0">
              <a:lnSpc>
                <a:spcPct val="100694"/>
              </a:lnSpc>
              <a:buNone/>
            </a:pPr>
            <a:r>
              <a:rPr lang="en-US" sz="1875" b="1" dirty="0">
                <a:solidFill>
                  <a:srgbClr val="A4402E"/>
                </a:solidFill>
                <a:latin typeface="Noto Sans KR" pitchFamily="34" charset="0"/>
                <a:ea typeface="Noto Sans KR" pitchFamily="34" charset="-122"/>
                <a:cs typeface="Noto Sans KR" pitchFamily="34" charset="-120"/>
              </a:rPr>
              <a:t>무관한 조문이 올라온다</a:t>
            </a:r>
            <a:endParaRPr lang="en-US" sz="1875" dirty="0"/>
          </a:p>
        </p:txBody>
      </p:sp>
      <p:sp>
        <p:nvSpPr>
          <p:cNvPr id="8" name="Shape 6"/>
          <p:cNvSpPr/>
          <p:nvPr/>
        </p:nvSpPr>
        <p:spPr>
          <a:xfrm>
            <a:off x="5133975" y="2381994"/>
            <a:ext cx="3914775" cy="2885331"/>
          </a:xfrm>
          <a:prstGeom prst="roundRect">
            <a:avLst>
              <a:gd name="adj" fmla="val 1981"/>
            </a:avLst>
          </a:prstGeom>
          <a:solidFill>
            <a:srgbClr val="FFFFFF"/>
          </a:solidFill>
          <a:ln w="9525">
            <a:solidFill>
              <a:srgbClr val="2E6B5E"/>
            </a:solidFill>
            <a:prstDash val="solid"/>
          </a:ln>
        </p:spPr>
      </p:sp>
      <p:sp>
        <p:nvSpPr>
          <p:cNvPr id="9" name="Text 7"/>
          <p:cNvSpPr/>
          <p:nvPr/>
        </p:nvSpPr>
        <p:spPr>
          <a:xfrm>
            <a:off x="5391150" y="2639169"/>
            <a:ext cx="3740468"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0F6B5E"/>
                </a:solidFill>
                <a:latin typeface="Noto Sans KR" pitchFamily="34" charset="0"/>
                <a:ea typeface="Noto Sans KR" pitchFamily="34" charset="-122"/>
                <a:cs typeface="Noto Sans KR" pitchFamily="34" charset="-120"/>
              </a:rPr>
              <a:t>1단계 · 가장 싸다</a:t>
            </a:r>
            <a:endParaRPr lang="en-US" sz="1800" dirty="0"/>
          </a:p>
        </p:txBody>
      </p:sp>
      <p:sp>
        <p:nvSpPr>
          <p:cNvPr id="10" name="Text 8"/>
          <p:cNvSpPr/>
          <p:nvPr/>
        </p:nvSpPr>
        <p:spPr>
          <a:xfrm>
            <a:off x="5391150" y="3086844"/>
            <a:ext cx="3502438" cy="783729"/>
          </a:xfrm>
          <a:prstGeom prst="rect">
            <a:avLst/>
          </a:prstGeom>
          <a:noFill/>
          <a:ln/>
        </p:spPr>
        <p:txBody>
          <a:bodyPr wrap="square" lIns="25400" tIns="25400" rIns="25400" bIns="25400" rtlCol="0" anchor="t">
            <a:normAutofit/>
          </a:bodyPr>
          <a:lstStyle/>
          <a:p>
            <a:pPr algn="l" indent="0" marL="0">
              <a:lnSpc>
                <a:spcPct val="93214"/>
              </a:lnSpc>
              <a:buNone/>
            </a:pPr>
            <a:r>
              <a:rPr lang="en-US" sz="2175" b="1" dirty="0">
                <a:solidFill>
                  <a:srgbClr val="16202E"/>
                </a:solidFill>
                <a:latin typeface="Noto Sans KR" pitchFamily="34" charset="0"/>
                <a:ea typeface="Noto Sans KR" pitchFamily="34" charset="-122"/>
                <a:cs typeface="Noto Sans KR" pitchFamily="34" charset="-120"/>
              </a:rPr>
              <a:t>항목표에 적힌 근거 조문을 그대로 붙인다</a:t>
            </a:r>
            <a:endParaRPr lang="en-US" sz="2175" dirty="0"/>
          </a:p>
        </p:txBody>
      </p:sp>
      <p:sp>
        <p:nvSpPr>
          <p:cNvPr id="11" name="Text 9"/>
          <p:cNvSpPr/>
          <p:nvPr/>
        </p:nvSpPr>
        <p:spPr>
          <a:xfrm>
            <a:off x="5391150" y="3946773"/>
            <a:ext cx="3502438" cy="1073944"/>
          </a:xfrm>
          <a:prstGeom prst="rect">
            <a:avLst/>
          </a:prstGeom>
          <a:noFill/>
          <a:ln/>
        </p:spPr>
        <p:txBody>
          <a:bodyPr wrap="square" lIns="25400" tIns="25400" rIns="25400" bIns="25400" rtlCol="0" anchor="t">
            <a:normAutofit/>
          </a:bodyPr>
          <a:lstStyle/>
          <a:p>
            <a:pPr algn="l" indent="0" marL="0">
              <a:lnSpc>
                <a:spcPct val="100694"/>
              </a:lnSpc>
              <a:buNone/>
            </a:pPr>
            <a:r>
              <a:rPr lang="en-US" sz="1875" dirty="0">
                <a:solidFill>
                  <a:srgbClr val="3C4654"/>
                </a:solidFill>
                <a:latin typeface="Noto Sans KR" pitchFamily="34" charset="0"/>
                <a:ea typeface="Noto Sans KR" pitchFamily="34" charset="-122"/>
                <a:cs typeface="Noto Sans KR" pitchFamily="34" charset="-120"/>
              </a:rPr>
              <a:t>검색을 안 하니 </a:t>
            </a:r>
            <a:pPr algn="l" indent="0" marL="0">
              <a:lnSpc>
                <a:spcPct val="100694"/>
              </a:lnSpc>
              <a:buNone/>
            </a:pPr>
            <a:r>
              <a:rPr lang="en-US" sz="1875" b="1" dirty="0">
                <a:solidFill>
                  <a:srgbClr val="0F6B5E"/>
                </a:solidFill>
                <a:latin typeface="Noto Sans KR" pitchFamily="34" charset="0"/>
                <a:ea typeface="Noto Sans KR" pitchFamily="34" charset="-122"/>
                <a:cs typeface="Noto Sans KR" pitchFamily="34" charset="-120"/>
              </a:rPr>
              <a:t>검색 실패가 사라진다 </a:t>
            </a:r>
            <a:pPr algn="l" indent="0" marL="0">
              <a:lnSpc>
                <a:spcPct val="100694"/>
              </a:lnSpc>
              <a:buNone/>
            </a:pPr>
            <a:r>
              <a:rPr lang="en-US" sz="1875" dirty="0">
                <a:solidFill>
                  <a:srgbClr val="3C4654"/>
                </a:solidFill>
                <a:latin typeface="Noto Sans KR" pitchFamily="34" charset="0"/>
                <a:ea typeface="Noto Sans KR" pitchFamily="34" charset="-122"/>
                <a:cs typeface="Noto Sans KR" pitchFamily="34" charset="-120"/>
              </a:rPr>
              <a:t>· 구현 반나절 · 실행시간 증가 거의 없음</a:t>
            </a:r>
            <a:endParaRPr lang="en-US" sz="1875" dirty="0"/>
          </a:p>
        </p:txBody>
      </p:sp>
      <p:sp>
        <p:nvSpPr>
          <p:cNvPr id="12" name="Shape 10"/>
          <p:cNvSpPr/>
          <p:nvPr/>
        </p:nvSpPr>
        <p:spPr>
          <a:xfrm>
            <a:off x="9239250" y="2381994"/>
            <a:ext cx="3914775" cy="2885331"/>
          </a:xfrm>
          <a:prstGeom prst="roundRect">
            <a:avLst>
              <a:gd name="adj" fmla="val 1981"/>
            </a:avLst>
          </a:prstGeom>
          <a:solidFill>
            <a:srgbClr val="FFFFFF"/>
          </a:solidFill>
          <a:ln w="9525">
            <a:solidFill>
              <a:srgbClr val="E3DED3"/>
            </a:solidFill>
            <a:prstDash val="solid"/>
          </a:ln>
        </p:spPr>
      </p:sp>
      <p:sp>
        <p:nvSpPr>
          <p:cNvPr id="13" name="Text 11"/>
          <p:cNvSpPr/>
          <p:nvPr/>
        </p:nvSpPr>
        <p:spPr>
          <a:xfrm>
            <a:off x="9496425" y="2639169"/>
            <a:ext cx="3740468"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0F6B5E"/>
                </a:solidFill>
                <a:latin typeface="Noto Sans KR" pitchFamily="34" charset="0"/>
                <a:ea typeface="Noto Sans KR" pitchFamily="34" charset="-122"/>
                <a:cs typeface="Noto Sans KR" pitchFamily="34" charset="-120"/>
              </a:rPr>
              <a:t>2단계</a:t>
            </a:r>
            <a:endParaRPr lang="en-US" sz="1800" dirty="0"/>
          </a:p>
        </p:txBody>
      </p:sp>
      <p:sp>
        <p:nvSpPr>
          <p:cNvPr id="14" name="Text 12"/>
          <p:cNvSpPr/>
          <p:nvPr/>
        </p:nvSpPr>
        <p:spPr>
          <a:xfrm>
            <a:off x="9496425" y="3086844"/>
            <a:ext cx="3502438" cy="1156543"/>
          </a:xfrm>
          <a:prstGeom prst="rect">
            <a:avLst/>
          </a:prstGeom>
          <a:noFill/>
          <a:ln/>
        </p:spPr>
        <p:txBody>
          <a:bodyPr wrap="square" lIns="25400" tIns="25400" rIns="25400" bIns="25400" rtlCol="0" anchor="t">
            <a:normAutofit/>
          </a:bodyPr>
          <a:lstStyle/>
          <a:p>
            <a:pPr algn="l" indent="0" marL="0">
              <a:lnSpc>
                <a:spcPct val="93214"/>
              </a:lnSpc>
              <a:buNone/>
            </a:pPr>
            <a:r>
              <a:rPr lang="en-US" sz="2175" b="1" dirty="0">
                <a:solidFill>
                  <a:srgbClr val="16202E"/>
                </a:solidFill>
                <a:latin typeface="Noto Sans KR" pitchFamily="34" charset="0"/>
                <a:ea typeface="Noto Sans KR" pitchFamily="34" charset="-122"/>
                <a:cs typeface="Noto Sans KR" pitchFamily="34" charset="-120"/>
              </a:rPr>
              <a:t>질의를 항목별 키워드로 · 국가/지방 계약에 따라 볼 법을 분기</a:t>
            </a:r>
            <a:endParaRPr lang="en-US" sz="2175" dirty="0"/>
          </a:p>
        </p:txBody>
      </p:sp>
      <p:sp>
        <p:nvSpPr>
          <p:cNvPr id="15" name="Text 13"/>
          <p:cNvSpPr/>
          <p:nvPr/>
        </p:nvSpPr>
        <p:spPr>
          <a:xfrm>
            <a:off x="9496425" y="4319588"/>
            <a:ext cx="3502438" cy="728663"/>
          </a:xfrm>
          <a:prstGeom prst="rect">
            <a:avLst/>
          </a:prstGeom>
          <a:noFill/>
          <a:ln/>
        </p:spPr>
        <p:txBody>
          <a:bodyPr wrap="square" lIns="25400" tIns="25400" rIns="25400" bIns="25400" rtlCol="0" anchor="t">
            <a:normAutofit/>
          </a:bodyPr>
          <a:lstStyle/>
          <a:p>
            <a:pPr algn="l" indent="0" marL="0">
              <a:lnSpc>
                <a:spcPct val="100694"/>
              </a:lnSpc>
              <a:buNone/>
            </a:pPr>
            <a:r>
              <a:rPr lang="en-US" sz="1875" dirty="0">
                <a:solidFill>
                  <a:srgbClr val="3C4654"/>
                </a:solidFill>
                <a:latin typeface="Noto Sans KR" pitchFamily="34" charset="0"/>
                <a:ea typeface="Noto Sans KR" pitchFamily="34" charset="-122"/>
                <a:cs typeface="Noto Sans KR" pitchFamily="34" charset="-120"/>
              </a:rPr>
              <a:t>같은 조문이 중복으로 올라오는 것도 정리</a:t>
            </a:r>
            <a:endParaRPr lang="en-US" sz="1875" dirty="0"/>
          </a:p>
        </p:txBody>
      </p:sp>
      <p:sp>
        <p:nvSpPr>
          <p:cNvPr id="16" name="Shape 14"/>
          <p:cNvSpPr/>
          <p:nvPr/>
        </p:nvSpPr>
        <p:spPr>
          <a:xfrm>
            <a:off x="13344525" y="2381994"/>
            <a:ext cx="3914775" cy="2885331"/>
          </a:xfrm>
          <a:prstGeom prst="roundRect">
            <a:avLst>
              <a:gd name="adj" fmla="val 1981"/>
            </a:avLst>
          </a:prstGeom>
          <a:solidFill>
            <a:srgbClr val="FFFFFF"/>
          </a:solidFill>
          <a:ln w="9525">
            <a:solidFill>
              <a:srgbClr val="E3DED3"/>
            </a:solidFill>
            <a:prstDash val="solid"/>
          </a:ln>
        </p:spPr>
      </p:sp>
      <p:sp>
        <p:nvSpPr>
          <p:cNvPr id="17" name="Text 15"/>
          <p:cNvSpPr/>
          <p:nvPr/>
        </p:nvSpPr>
        <p:spPr>
          <a:xfrm>
            <a:off x="13601700" y="2639169"/>
            <a:ext cx="3740468"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0F6B5E"/>
                </a:solidFill>
                <a:latin typeface="Noto Sans KR" pitchFamily="34" charset="0"/>
                <a:ea typeface="Noto Sans KR" pitchFamily="34" charset="-122"/>
                <a:cs typeface="Noto Sans KR" pitchFamily="34" charset="-120"/>
              </a:rPr>
              <a:t>3단계 · 효과 확인 후</a:t>
            </a:r>
            <a:endParaRPr lang="en-US" sz="1800" dirty="0"/>
          </a:p>
        </p:txBody>
      </p:sp>
      <p:sp>
        <p:nvSpPr>
          <p:cNvPr id="18" name="Text 16"/>
          <p:cNvSpPr/>
          <p:nvPr/>
        </p:nvSpPr>
        <p:spPr>
          <a:xfrm>
            <a:off x="13601700" y="3086844"/>
            <a:ext cx="3502438" cy="783729"/>
          </a:xfrm>
          <a:prstGeom prst="rect">
            <a:avLst/>
          </a:prstGeom>
          <a:noFill/>
          <a:ln/>
        </p:spPr>
        <p:txBody>
          <a:bodyPr wrap="square" lIns="25400" tIns="25400" rIns="25400" bIns="25400" rtlCol="0" anchor="t">
            <a:normAutofit/>
          </a:bodyPr>
          <a:lstStyle/>
          <a:p>
            <a:pPr algn="l" indent="0" marL="0">
              <a:lnSpc>
                <a:spcPct val="93214"/>
              </a:lnSpc>
              <a:buNone/>
            </a:pPr>
            <a:r>
              <a:rPr lang="en-US" sz="2175" b="1" dirty="0">
                <a:solidFill>
                  <a:srgbClr val="16202E"/>
                </a:solidFill>
                <a:latin typeface="Noto Sans KR" pitchFamily="34" charset="0"/>
                <a:ea typeface="Noto Sans KR" pitchFamily="34" charset="-122"/>
                <a:cs typeface="Noto Sans KR" pitchFamily="34" charset="-120"/>
              </a:rPr>
              <a:t>임베딩을 붙여 BM25와 섞는다</a:t>
            </a:r>
            <a:endParaRPr lang="en-US" sz="2175" dirty="0"/>
          </a:p>
        </p:txBody>
      </p:sp>
      <p:sp>
        <p:nvSpPr>
          <p:cNvPr id="19" name="Text 17"/>
          <p:cNvSpPr/>
          <p:nvPr/>
        </p:nvSpPr>
        <p:spPr>
          <a:xfrm>
            <a:off x="13601700" y="3946773"/>
            <a:ext cx="3502438" cy="1073944"/>
          </a:xfrm>
          <a:prstGeom prst="rect">
            <a:avLst/>
          </a:prstGeom>
          <a:noFill/>
          <a:ln/>
        </p:spPr>
        <p:txBody>
          <a:bodyPr wrap="square" lIns="25400" tIns="25400" rIns="25400" bIns="25400" rtlCol="0" anchor="t">
            <a:normAutofit/>
          </a:bodyPr>
          <a:lstStyle/>
          <a:p>
            <a:pPr algn="l" indent="0" marL="0">
              <a:lnSpc>
                <a:spcPct val="100694"/>
              </a:lnSpc>
              <a:buNone/>
            </a:pPr>
            <a:r>
              <a:rPr lang="en-US" sz="1875" dirty="0">
                <a:solidFill>
                  <a:srgbClr val="3C4654"/>
                </a:solidFill>
                <a:latin typeface="Noto Sans KR" pitchFamily="34" charset="0"/>
                <a:ea typeface="Noto Sans KR" pitchFamily="34" charset="-122"/>
                <a:cs typeface="Noto Sans KR" pitchFamily="34" charset="-120"/>
              </a:rPr>
              <a:t>인덱스를 미리 만들어 제출물에 넣는 방식 검토 · </a:t>
            </a:r>
            <a:pPr algn="l" indent="0" marL="0">
              <a:lnSpc>
                <a:spcPct val="100694"/>
              </a:lnSpc>
              <a:buNone/>
            </a:pPr>
            <a:r>
              <a:rPr lang="en-US" sz="1875" b="1" dirty="0">
                <a:solidFill>
                  <a:srgbClr val="A4402E"/>
                </a:solidFill>
                <a:latin typeface="Noto Sans KR" pitchFamily="34" charset="0"/>
                <a:ea typeface="Noto Sans KR" pitchFamily="34" charset="-122"/>
                <a:cs typeface="Noto Sans KR" pitchFamily="34" charset="-120"/>
              </a:rPr>
              <a:t>GPU 메모리를 함께 봐야 한다</a:t>
            </a:r>
            <a:endParaRPr lang="en-US" sz="1875" dirty="0"/>
          </a:p>
        </p:txBody>
      </p:sp>
      <p:sp>
        <p:nvSpPr>
          <p:cNvPr id="20" name="Shape 18"/>
          <p:cNvSpPr/>
          <p:nvPr/>
        </p:nvSpPr>
        <p:spPr>
          <a:xfrm>
            <a:off x="1028700" y="5610225"/>
            <a:ext cx="8665964" cy="1228725"/>
          </a:xfrm>
          <a:prstGeom prst="roundRect">
            <a:avLst>
              <a:gd name="adj" fmla="val 4651"/>
            </a:avLst>
          </a:prstGeom>
          <a:solidFill>
            <a:srgbClr val="16202E"/>
          </a:solidFill>
          <a:ln/>
        </p:spPr>
      </p:sp>
      <p:sp>
        <p:nvSpPr>
          <p:cNvPr id="21" name="Text 19"/>
          <p:cNvSpPr/>
          <p:nvPr/>
        </p:nvSpPr>
        <p:spPr>
          <a:xfrm>
            <a:off x="1314450" y="5838825"/>
            <a:ext cx="8354443" cy="809625"/>
          </a:xfrm>
          <a:prstGeom prst="rect">
            <a:avLst/>
          </a:prstGeom>
          <a:noFill/>
          <a:ln/>
        </p:spPr>
        <p:txBody>
          <a:bodyPr wrap="square" lIns="25400" tIns="25400" rIns="25400" bIns="25400" rtlCol="0" anchor="t">
            <a:normAutofit/>
          </a:bodyPr>
          <a:lstStyle/>
          <a:p>
            <a:pPr algn="l" indent="0" marL="0">
              <a:lnSpc>
                <a:spcPct val="103846"/>
              </a:lnSpc>
              <a:buNone/>
            </a:pPr>
            <a:r>
              <a:rPr lang="en-US" sz="2025" b="1" dirty="0">
                <a:solidFill>
                  <a:srgbClr val="6FC3B2"/>
                </a:solidFill>
                <a:latin typeface="Noto Sans KR" pitchFamily="34" charset="0"/>
                <a:ea typeface="Noto Sans KR" pitchFamily="34" charset="-122"/>
                <a:cs typeface="Noto Sans KR" pitchFamily="34" charset="-120"/>
              </a:rPr>
              <a:t>순서를 지킨다 </a:t>
            </a:r>
            <a:pPr algn="l" indent="0" marL="0">
              <a:lnSpc>
                <a:spcPct val="103846"/>
              </a:lnSpc>
              <a:buNone/>
            </a:pPr>
            <a:r>
              <a:rPr lang="en-US" sz="2025" dirty="0">
                <a:solidFill>
                  <a:srgbClr val="F6F4EF"/>
                </a:solidFill>
                <a:highlight>
                  <a:srgbClr val="16202E"/>
                </a:highlight>
                <a:latin typeface="Noto Sans KR" pitchFamily="34" charset="0"/>
                <a:ea typeface="Noto Sans KR" pitchFamily="34" charset="-122"/>
                <a:cs typeface="Noto Sans KR" pitchFamily="34" charset="-120"/>
              </a:rPr>
              <a:t>— 1단계를 건너뛰고 3단계부터 하면 남은 2주에서 가장 비싼 시간을 쓴다. 각 단계는 dev 점수로 효과를 확인한 뒤 다음으로 넘어간다.</a:t>
            </a:r>
            <a:endParaRPr lang="en-US" sz="2025" dirty="0"/>
          </a:p>
        </p:txBody>
      </p:sp>
      <p:sp>
        <p:nvSpPr>
          <p:cNvPr id="22" name="Shape 20"/>
          <p:cNvSpPr/>
          <p:nvPr/>
        </p:nvSpPr>
        <p:spPr>
          <a:xfrm>
            <a:off x="9923264" y="5610225"/>
            <a:ext cx="7336036" cy="1228725"/>
          </a:xfrm>
          <a:prstGeom prst="roundRect">
            <a:avLst>
              <a:gd name="adj" fmla="val 4651"/>
            </a:avLst>
          </a:prstGeom>
          <a:solidFill>
            <a:srgbClr val="FFFFFF"/>
          </a:solidFill>
          <a:ln w="9525">
            <a:solidFill>
              <a:srgbClr val="E1B9B1"/>
            </a:solidFill>
            <a:prstDash val="solid"/>
          </a:ln>
        </p:spPr>
      </p:sp>
      <p:sp>
        <p:nvSpPr>
          <p:cNvPr id="23" name="Text 21"/>
          <p:cNvSpPr/>
          <p:nvPr/>
        </p:nvSpPr>
        <p:spPr>
          <a:xfrm>
            <a:off x="10218539" y="5848350"/>
            <a:ext cx="6965567" cy="790575"/>
          </a:xfrm>
          <a:prstGeom prst="rect">
            <a:avLst/>
          </a:prstGeom>
          <a:noFill/>
          <a:ln/>
        </p:spPr>
        <p:txBody>
          <a:bodyPr wrap="square" lIns="25400" tIns="25400" rIns="25400" bIns="25400" rtlCol="0" anchor="t">
            <a:normAutofit/>
          </a:bodyPr>
          <a:lstStyle/>
          <a:p>
            <a:pPr algn="l" indent="0" marL="0">
              <a:lnSpc>
                <a:spcPct val="105405"/>
              </a:lnSpc>
              <a:buNone/>
            </a:pPr>
            <a:r>
              <a:rPr lang="en-US" sz="1950" b="1" dirty="0">
                <a:solidFill>
                  <a:srgbClr val="A4402E"/>
                </a:solidFill>
                <a:latin typeface="Noto Sans KR" pitchFamily="34" charset="0"/>
                <a:ea typeface="Noto Sans KR" pitchFamily="34" charset="-122"/>
                <a:cs typeface="Noto Sans KR" pitchFamily="34" charset="-120"/>
              </a:rPr>
              <a:t>고정 모델이 GPU 메모리를 거의 다 쓴다 — 임베딩 모델을 동시에 올리는 것은 보장되지 않는다</a:t>
            </a:r>
            <a:endParaRPr lang="en-US" sz="1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1028700" y="838200"/>
            <a:ext cx="17853660" cy="390525"/>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0F6B5E"/>
                </a:solidFill>
                <a:latin typeface="Noto Sans KR" pitchFamily="34" charset="0"/>
                <a:ea typeface="Noto Sans KR" pitchFamily="34" charset="-122"/>
                <a:cs typeface="Noto Sans KR" pitchFamily="34" charset="-120"/>
              </a:rPr>
              <a:t>⑦ 실험 설계 — 좋아졌는지 어떻게 아는가</a:t>
            </a:r>
            <a:endParaRPr lang="en-US" sz="1950" dirty="0"/>
          </a:p>
        </p:txBody>
      </p:sp>
      <p:sp>
        <p:nvSpPr>
          <p:cNvPr id="3" name="Text 1"/>
          <p:cNvSpPr/>
          <p:nvPr/>
        </p:nvSpPr>
        <p:spPr>
          <a:xfrm>
            <a:off x="1028700" y="1343025"/>
            <a:ext cx="15893415" cy="1430238"/>
          </a:xfrm>
          <a:prstGeom prst="rect">
            <a:avLst/>
          </a:prstGeom>
          <a:noFill/>
          <a:ln/>
        </p:spPr>
        <p:txBody>
          <a:bodyPr wrap="square" lIns="25400" tIns="25400" rIns="25400" bIns="25400" rtlCol="0" anchor="t">
            <a:normAutofit/>
          </a:bodyPr>
          <a:lstStyle/>
          <a:p>
            <a:pPr algn="l" indent="0" marL="0">
              <a:lnSpc>
                <a:spcPct val="87000"/>
              </a:lnSpc>
              <a:buNone/>
            </a:pPr>
            <a:r>
              <a:rPr lang="en-US" sz="4350" b="1" spc="-43" kern="0" dirty="0">
                <a:solidFill>
                  <a:srgbClr val="16202E"/>
                </a:solidFill>
                <a:latin typeface="Noto Sans KR" pitchFamily="34" charset="0"/>
                <a:ea typeface="Noto Sans KR" pitchFamily="34" charset="-122"/>
                <a:cs typeface="Noto Sans KR" pitchFamily="34" charset="-120"/>
              </a:rPr>
              <a:t>24개 항목 점수를 그냥 평균하므로, 약한 항목을 올리는 것이 가장 효율적이다</a:t>
            </a:r>
            <a:endParaRPr lang="en-US" sz="4350" dirty="0"/>
          </a:p>
        </p:txBody>
      </p:sp>
      <p:sp>
        <p:nvSpPr>
          <p:cNvPr id="4" name="Shape 2"/>
          <p:cNvSpPr/>
          <p:nvPr/>
        </p:nvSpPr>
        <p:spPr>
          <a:xfrm>
            <a:off x="1028700" y="3078063"/>
            <a:ext cx="8147298" cy="2233613"/>
          </a:xfrm>
          <a:prstGeom prst="roundRect">
            <a:avLst>
              <a:gd name="adj" fmla="val 2559"/>
            </a:avLst>
          </a:prstGeom>
          <a:solidFill>
            <a:srgbClr val="FFFFFF"/>
          </a:solidFill>
          <a:ln w="9525">
            <a:solidFill>
              <a:srgbClr val="E3DED3"/>
            </a:solidFill>
            <a:prstDash val="solid"/>
          </a:ln>
        </p:spPr>
      </p:sp>
      <p:sp>
        <p:nvSpPr>
          <p:cNvPr id="5" name="Text 3"/>
          <p:cNvSpPr/>
          <p:nvPr/>
        </p:nvSpPr>
        <p:spPr>
          <a:xfrm>
            <a:off x="1323975" y="3335238"/>
            <a:ext cx="8312423"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0F6B5E"/>
                </a:solidFill>
                <a:latin typeface="Noto Sans KR" pitchFamily="34" charset="0"/>
                <a:ea typeface="Noto Sans KR" pitchFamily="34" charset="-122"/>
                <a:cs typeface="Noto Sans KR" pitchFamily="34" charset="-120"/>
              </a:rPr>
              <a:t>점수 계산 — 최소한만</a:t>
            </a:r>
            <a:endParaRPr lang="en-US" sz="1800" dirty="0"/>
          </a:p>
        </p:txBody>
      </p:sp>
      <p:sp>
        <p:nvSpPr>
          <p:cNvPr id="6" name="Text 4"/>
          <p:cNvSpPr/>
          <p:nvPr/>
        </p:nvSpPr>
        <p:spPr>
          <a:xfrm>
            <a:off x="1323975" y="3782913"/>
            <a:ext cx="7783450" cy="809625"/>
          </a:xfrm>
          <a:prstGeom prst="rect">
            <a:avLst/>
          </a:prstGeom>
          <a:noFill/>
          <a:ln/>
        </p:spPr>
        <p:txBody>
          <a:bodyPr wrap="square" lIns="25400" tIns="25400" rIns="25400" bIns="25400" rtlCol="0" anchor="t">
            <a:normAutofit/>
          </a:bodyPr>
          <a:lstStyle/>
          <a:p>
            <a:pPr algn="l" indent="0" marL="0">
              <a:lnSpc>
                <a:spcPct val="103846"/>
              </a:lnSpc>
              <a:buNone/>
            </a:pPr>
            <a:r>
              <a:rPr lang="en-US" sz="2025" dirty="0">
                <a:solidFill>
                  <a:srgbClr val="3C4654"/>
                </a:solidFill>
                <a:latin typeface="Noto Sans KR" pitchFamily="34" charset="0"/>
                <a:ea typeface="Noto Sans KR" pitchFamily="34" charset="-122"/>
                <a:cs typeface="Noto Sans KR" pitchFamily="34" charset="-120"/>
              </a:rPr>
              <a:t>항목마다 </a:t>
            </a:r>
            <a:pPr algn="l" indent="0" marL="0">
              <a:lnSpc>
                <a:spcPct val="103846"/>
              </a:lnSpc>
              <a:buNone/>
            </a:pPr>
            <a:r>
              <a:rPr lang="en-US" sz="2025" b="1" dirty="0">
                <a:solidFill>
                  <a:srgbClr val="16202E"/>
                </a:solidFill>
                <a:latin typeface="Noto Sans KR" pitchFamily="34" charset="0"/>
                <a:ea typeface="Noto Sans KR" pitchFamily="34" charset="-122"/>
                <a:cs typeface="Noto Sans KR" pitchFamily="34" charset="-120"/>
              </a:rPr>
              <a:t>F1 </a:t>
            </a:r>
            <a:pPr algn="l" indent="0" marL="0">
              <a:lnSpc>
                <a:spcPct val="103846"/>
              </a:lnSpc>
              <a:buNone/>
            </a:pPr>
            <a:r>
              <a:rPr lang="en-US" sz="2025" dirty="0">
                <a:solidFill>
                  <a:srgbClr val="3C4654"/>
                </a:solidFill>
                <a:latin typeface="Noto Sans KR" pitchFamily="34" charset="0"/>
                <a:ea typeface="Noto Sans KR" pitchFamily="34" charset="-122"/>
                <a:cs typeface="Noto Sans KR" pitchFamily="34" charset="-120"/>
              </a:rPr>
              <a:t>을 낸다 — "위반인 걸 위반이라 맞히는 정도"와 "아닌 걸 위반이라 잘못 말하지 않는 정도"를 합친 점수</a:t>
            </a:r>
            <a:endParaRPr lang="en-US" sz="2025" dirty="0"/>
          </a:p>
        </p:txBody>
      </p:sp>
      <p:sp>
        <p:nvSpPr>
          <p:cNvPr id="7" name="Text 5"/>
          <p:cNvSpPr/>
          <p:nvPr/>
        </p:nvSpPr>
        <p:spPr>
          <a:xfrm>
            <a:off x="1323975" y="4668738"/>
            <a:ext cx="8312423" cy="423863"/>
          </a:xfrm>
          <a:prstGeom prst="rect">
            <a:avLst/>
          </a:prstGeom>
          <a:noFill/>
          <a:ln/>
        </p:spPr>
        <p:txBody>
          <a:bodyPr wrap="square" lIns="25400" tIns="25400" rIns="25400" bIns="25400" rtlCol="0" anchor="t">
            <a:normAutofit/>
          </a:bodyPr>
          <a:lstStyle/>
          <a:p>
            <a:pPr algn="l" indent="0" marL="0">
              <a:lnSpc>
                <a:spcPct val="103846"/>
              </a:lnSpc>
              <a:buNone/>
            </a:pPr>
            <a:r>
              <a:rPr lang="en-US" sz="2025" dirty="0">
                <a:solidFill>
                  <a:srgbClr val="3C4654"/>
                </a:solidFill>
                <a:latin typeface="Noto Sans KR" pitchFamily="34" charset="0"/>
                <a:ea typeface="Noto Sans KR" pitchFamily="34" charset="-122"/>
                <a:cs typeface="Noto Sans KR" pitchFamily="34" charset="-120"/>
              </a:rPr>
              <a:t>그 24개를 </a:t>
            </a:r>
            <a:pPr algn="l" indent="0" marL="0">
              <a:lnSpc>
                <a:spcPct val="103846"/>
              </a:lnSpc>
              <a:buNone/>
            </a:pPr>
            <a:r>
              <a:rPr lang="en-US" sz="2025" b="1" dirty="0">
                <a:solidFill>
                  <a:srgbClr val="16202E"/>
                </a:solidFill>
                <a:latin typeface="Noto Sans KR" pitchFamily="34" charset="0"/>
                <a:ea typeface="Noto Sans KR" pitchFamily="34" charset="-122"/>
                <a:cs typeface="Noto Sans KR" pitchFamily="34" charset="-120"/>
              </a:rPr>
              <a:t>가중치 없이 그냥 평균</a:t>
            </a:r>
            <a:pPr algn="l" indent="0" marL="0">
              <a:lnSpc>
                <a:spcPct val="103846"/>
              </a:lnSpc>
              <a:buNone/>
            </a:pPr>
            <a:r>
              <a:rPr lang="en-US" sz="2025" dirty="0">
                <a:solidFill>
                  <a:srgbClr val="3C4654"/>
                </a:solidFill>
                <a:latin typeface="Noto Sans KR" pitchFamily="34" charset="0"/>
                <a:ea typeface="Noto Sans KR" pitchFamily="34" charset="-122"/>
                <a:cs typeface="Noto Sans KR" pitchFamily="34" charset="-120"/>
              </a:rPr>
              <a:t>한다</a:t>
            </a:r>
            <a:endParaRPr lang="en-US" sz="2025" dirty="0"/>
          </a:p>
        </p:txBody>
      </p:sp>
      <p:sp>
        <p:nvSpPr>
          <p:cNvPr id="8" name="Shape 6"/>
          <p:cNvSpPr/>
          <p:nvPr/>
        </p:nvSpPr>
        <p:spPr>
          <a:xfrm>
            <a:off x="1028700" y="5464076"/>
            <a:ext cx="8147298" cy="2302073"/>
          </a:xfrm>
          <a:prstGeom prst="roundRect">
            <a:avLst>
              <a:gd name="adj" fmla="val 2483"/>
            </a:avLst>
          </a:prstGeom>
          <a:solidFill>
            <a:srgbClr val="16202E"/>
          </a:solidFill>
          <a:ln/>
        </p:spPr>
      </p:sp>
      <p:sp>
        <p:nvSpPr>
          <p:cNvPr id="9" name="Text 7"/>
          <p:cNvSpPr/>
          <p:nvPr/>
        </p:nvSpPr>
        <p:spPr>
          <a:xfrm>
            <a:off x="1314450" y="5711726"/>
            <a:ext cx="8333378"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6FC3B2"/>
                </a:solidFill>
                <a:latin typeface="Noto Sans KR" pitchFamily="34" charset="0"/>
                <a:ea typeface="Noto Sans KR" pitchFamily="34" charset="-122"/>
                <a:cs typeface="Noto Sans KR" pitchFamily="34" charset="-120"/>
              </a:rPr>
              <a:t>여기서 나오는 성질</a:t>
            </a:r>
            <a:endParaRPr lang="en-US" sz="1800" dirty="0"/>
          </a:p>
        </p:txBody>
      </p:sp>
      <p:sp>
        <p:nvSpPr>
          <p:cNvPr id="10" name="Text 8"/>
          <p:cNvSpPr/>
          <p:nvPr/>
        </p:nvSpPr>
        <p:spPr>
          <a:xfrm>
            <a:off x="1314450" y="6159401"/>
            <a:ext cx="8333378" cy="423863"/>
          </a:xfrm>
          <a:prstGeom prst="rect">
            <a:avLst/>
          </a:prstGeom>
          <a:noFill/>
          <a:ln/>
        </p:spPr>
        <p:txBody>
          <a:bodyPr wrap="square" lIns="25400" tIns="25400" rIns="25400" bIns="25400" rtlCol="0" anchor="t">
            <a:normAutofit/>
          </a:bodyPr>
          <a:lstStyle/>
          <a:p>
            <a:pPr algn="l" indent="0" marL="0">
              <a:lnSpc>
                <a:spcPct val="103846"/>
              </a:lnSpc>
              <a:buNone/>
            </a:pPr>
            <a:r>
              <a:rPr lang="en-US" sz="2025" dirty="0">
                <a:solidFill>
                  <a:srgbClr val="F6F4EF"/>
                </a:solidFill>
                <a:latin typeface="Noto Sans KR" pitchFamily="34" charset="0"/>
                <a:ea typeface="Noto Sans KR" pitchFamily="34" charset="-122"/>
                <a:cs typeface="Noto Sans KR" pitchFamily="34" charset="-120"/>
              </a:rPr>
              <a:t>자주 나오는 항목을 잘 맞혀도 평균은 별로 오르지 않는다</a:t>
            </a:r>
            <a:endParaRPr lang="en-US" sz="2025" dirty="0"/>
          </a:p>
        </p:txBody>
      </p:sp>
      <p:sp>
        <p:nvSpPr>
          <p:cNvPr id="11" name="Text 9"/>
          <p:cNvSpPr/>
          <p:nvPr/>
        </p:nvSpPr>
        <p:spPr>
          <a:xfrm>
            <a:off x="1314450" y="6659463"/>
            <a:ext cx="8333378" cy="423863"/>
          </a:xfrm>
          <a:prstGeom prst="rect">
            <a:avLst/>
          </a:prstGeom>
          <a:noFill/>
          <a:ln/>
        </p:spPr>
        <p:txBody>
          <a:bodyPr wrap="square" lIns="25400" tIns="25400" rIns="25400" bIns="25400" rtlCol="0" anchor="t">
            <a:normAutofit/>
          </a:bodyPr>
          <a:lstStyle/>
          <a:p>
            <a:pPr algn="l" indent="0" marL="0">
              <a:lnSpc>
                <a:spcPct val="103846"/>
              </a:lnSpc>
              <a:buNone/>
            </a:pPr>
            <a:r>
              <a:rPr lang="en-US" sz="2025" b="1" dirty="0">
                <a:solidFill>
                  <a:srgbClr val="6FC3B2"/>
                </a:solidFill>
                <a:latin typeface="Noto Sans KR" pitchFamily="34" charset="0"/>
                <a:ea typeface="Noto Sans KR" pitchFamily="34" charset="-122"/>
                <a:cs typeface="Noto Sans KR" pitchFamily="34" charset="-120"/>
              </a:rPr>
              <a:t>점수가 낮은 약한 항목 하나를 올리면 평균이 같은 크기로 오른다</a:t>
            </a:r>
            <a:endParaRPr lang="en-US" sz="2025" dirty="0"/>
          </a:p>
        </p:txBody>
      </p:sp>
      <p:sp>
        <p:nvSpPr>
          <p:cNvPr id="12" name="Text 10"/>
          <p:cNvSpPr/>
          <p:nvPr/>
        </p:nvSpPr>
        <p:spPr>
          <a:xfrm>
            <a:off x="1314450" y="7159526"/>
            <a:ext cx="8333378" cy="397073"/>
          </a:xfrm>
          <a:prstGeom prst="rect">
            <a:avLst/>
          </a:prstGeom>
          <a:noFill/>
          <a:ln/>
        </p:spPr>
        <p:txBody>
          <a:bodyPr wrap="square" lIns="25400" tIns="25400" rIns="25400" bIns="25400" rtlCol="0" anchor="t">
            <a:normAutofit/>
          </a:bodyPr>
          <a:lstStyle/>
          <a:p>
            <a:pPr algn="l" indent="0" marL="0">
              <a:lnSpc>
                <a:spcPct val="101892"/>
              </a:lnSpc>
              <a:buNone/>
            </a:pPr>
            <a:r>
              <a:rPr lang="en-US" sz="1950" dirty="0">
                <a:solidFill>
                  <a:srgbClr val="C6CEDA"/>
                </a:solidFill>
                <a:latin typeface="Noto Sans KR" pitchFamily="34" charset="0"/>
                <a:ea typeface="Noto Sans KR" pitchFamily="34" charset="-122"/>
                <a:cs typeface="Noto Sans KR" pitchFamily="34" charset="-120"/>
              </a:rPr>
              <a:t>→ 드문 항목을 버리는 전략은 통하지 않는다</a:t>
            </a:r>
            <a:endParaRPr lang="en-US" sz="1950" dirty="0"/>
          </a:p>
        </p:txBody>
      </p:sp>
      <p:sp>
        <p:nvSpPr>
          <p:cNvPr id="13" name="Shape 11"/>
          <p:cNvSpPr/>
          <p:nvPr/>
        </p:nvSpPr>
        <p:spPr>
          <a:xfrm>
            <a:off x="9499848" y="3078063"/>
            <a:ext cx="7759452" cy="2540794"/>
          </a:xfrm>
          <a:prstGeom prst="roundRect">
            <a:avLst>
              <a:gd name="adj" fmla="val 2249"/>
            </a:avLst>
          </a:prstGeom>
          <a:solidFill>
            <a:srgbClr val="FFFFFF"/>
          </a:solidFill>
          <a:ln w="9525">
            <a:solidFill>
              <a:srgbClr val="E3DED3"/>
            </a:solidFill>
            <a:prstDash val="solid"/>
          </a:ln>
        </p:spPr>
      </p:sp>
      <p:sp>
        <p:nvSpPr>
          <p:cNvPr id="14" name="Text 12"/>
          <p:cNvSpPr/>
          <p:nvPr/>
        </p:nvSpPr>
        <p:spPr>
          <a:xfrm>
            <a:off x="9795123" y="3335238"/>
            <a:ext cx="7885792"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0F6B5E"/>
                </a:solidFill>
                <a:latin typeface="Noto Sans KR" pitchFamily="34" charset="0"/>
                <a:ea typeface="Noto Sans KR" pitchFamily="34" charset="-122"/>
                <a:cs typeface="Noto Sans KR" pitchFamily="34" charset="-120"/>
              </a:rPr>
              <a:t>실험 규칙 — 한 번에 하나만</a:t>
            </a:r>
            <a:endParaRPr lang="en-US" sz="1800" dirty="0"/>
          </a:p>
        </p:txBody>
      </p:sp>
      <p:sp>
        <p:nvSpPr>
          <p:cNvPr id="15" name="Text 13"/>
          <p:cNvSpPr/>
          <p:nvPr/>
        </p:nvSpPr>
        <p:spPr>
          <a:xfrm>
            <a:off x="9795123" y="3782913"/>
            <a:ext cx="7383969" cy="784622"/>
          </a:xfrm>
          <a:prstGeom prst="rect">
            <a:avLst/>
          </a:prstGeom>
          <a:noFill/>
          <a:ln/>
        </p:spPr>
        <p:txBody>
          <a:bodyPr wrap="square" lIns="25400" tIns="25400" rIns="25400" bIns="25400" rtlCol="0" anchor="t">
            <a:normAutofit/>
          </a:bodyPr>
          <a:lstStyle/>
          <a:p>
            <a:pPr algn="l" indent="0" marL="0">
              <a:lnSpc>
                <a:spcPct val="98000"/>
              </a:lnSpc>
              <a:buNone/>
            </a:pPr>
            <a:r>
              <a:rPr lang="en-US" sz="2100" b="1" dirty="0">
                <a:solidFill>
                  <a:srgbClr val="16202E"/>
                </a:solidFill>
                <a:latin typeface="Noto Sans KR" pitchFamily="34" charset="0"/>
                <a:ea typeface="Noto Sans KR" pitchFamily="34" charset="-122"/>
                <a:cs typeface="Noto Sans KR" pitchFamily="34" charset="-120"/>
              </a:rPr>
              <a:t>두 개를 같이 바꿔서 점수가 올랐다면, 둘 중 무엇이 효과였는지 알 수 없다</a:t>
            </a:r>
            <a:endParaRPr lang="en-US" sz="2100" dirty="0"/>
          </a:p>
        </p:txBody>
      </p:sp>
      <p:sp>
        <p:nvSpPr>
          <p:cNvPr id="16" name="Text 14"/>
          <p:cNvSpPr/>
          <p:nvPr/>
        </p:nvSpPr>
        <p:spPr>
          <a:xfrm>
            <a:off x="9795123" y="4643735"/>
            <a:ext cx="7383969" cy="756047"/>
          </a:xfrm>
          <a:prstGeom prst="rect">
            <a:avLst/>
          </a:prstGeom>
          <a:noFill/>
          <a:ln/>
        </p:spPr>
        <p:txBody>
          <a:bodyPr wrap="square" lIns="25400" tIns="25400" rIns="25400" bIns="25400" rtlCol="0" anchor="t">
            <a:normAutofit/>
          </a:bodyPr>
          <a:lstStyle/>
          <a:p>
            <a:pPr algn="l" indent="0" marL="0">
              <a:lnSpc>
                <a:spcPct val="101892"/>
              </a:lnSpc>
              <a:buNone/>
            </a:pPr>
            <a:r>
              <a:rPr lang="en-US" sz="1950" dirty="0">
                <a:solidFill>
                  <a:srgbClr val="3C4654"/>
                </a:solidFill>
                <a:latin typeface="Noto Sans KR" pitchFamily="34" charset="0"/>
                <a:ea typeface="Noto Sans KR" pitchFamily="34" charset="-122"/>
                <a:cs typeface="Noto Sans KR" pitchFamily="34" charset="-120"/>
              </a:rPr>
              <a:t>하루 한 번 제출이라 되돌릴 기회가 적다 — 검증은 내 컴퓨터의 dev 200건에서 먼저</a:t>
            </a:r>
            <a:endParaRPr lang="en-US" sz="1950" dirty="0"/>
          </a:p>
        </p:txBody>
      </p:sp>
      <p:sp>
        <p:nvSpPr>
          <p:cNvPr id="17" name="Shape 15"/>
          <p:cNvSpPr/>
          <p:nvPr/>
        </p:nvSpPr>
        <p:spPr>
          <a:xfrm>
            <a:off x="9499848" y="5771257"/>
            <a:ext cx="7759452" cy="2339578"/>
          </a:xfrm>
          <a:prstGeom prst="roundRect">
            <a:avLst>
              <a:gd name="adj" fmla="val 2443"/>
            </a:avLst>
          </a:prstGeom>
          <a:solidFill>
            <a:srgbClr val="FFFFFF"/>
          </a:solidFill>
          <a:ln w="9525">
            <a:solidFill>
              <a:srgbClr val="E3DED3"/>
            </a:solidFill>
            <a:prstDash val="solid"/>
          </a:ln>
        </p:spPr>
      </p:sp>
      <p:sp>
        <p:nvSpPr>
          <p:cNvPr id="18" name="Text 16"/>
          <p:cNvSpPr/>
          <p:nvPr/>
        </p:nvSpPr>
        <p:spPr>
          <a:xfrm>
            <a:off x="9795123" y="6028432"/>
            <a:ext cx="7885792"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0F6B5E"/>
                </a:solidFill>
                <a:latin typeface="Noto Sans KR" pitchFamily="34" charset="0"/>
                <a:ea typeface="Noto Sans KR" pitchFamily="34" charset="-122"/>
                <a:cs typeface="Noto Sans KR" pitchFamily="34" charset="-120"/>
              </a:rPr>
              <a:t>매번 기록하는 네 가지</a:t>
            </a:r>
            <a:endParaRPr lang="en-US" sz="1800" dirty="0"/>
          </a:p>
        </p:txBody>
      </p:sp>
      <p:sp>
        <p:nvSpPr>
          <p:cNvPr id="19" name="Text 17"/>
          <p:cNvSpPr/>
          <p:nvPr/>
        </p:nvSpPr>
        <p:spPr>
          <a:xfrm>
            <a:off x="9795123" y="6466582"/>
            <a:ext cx="7885792" cy="397073"/>
          </a:xfrm>
          <a:prstGeom prst="rect">
            <a:avLst/>
          </a:prstGeom>
          <a:noFill/>
          <a:ln/>
        </p:spPr>
        <p:txBody>
          <a:bodyPr wrap="square" lIns="25400" tIns="25400" rIns="25400" bIns="25400" rtlCol="0" anchor="t">
            <a:normAutofit/>
          </a:bodyPr>
          <a:lstStyle/>
          <a:p>
            <a:pPr algn="l" indent="0" marL="0">
              <a:lnSpc>
                <a:spcPct val="101892"/>
              </a:lnSpc>
              <a:buNone/>
            </a:pPr>
            <a:r>
              <a:rPr lang="en-US" sz="1950" dirty="0">
                <a:solidFill>
                  <a:srgbClr val="3C4654"/>
                </a:solidFill>
                <a:latin typeface="Noto Sans KR" pitchFamily="34" charset="0"/>
                <a:ea typeface="Noto Sans KR" pitchFamily="34" charset="-122"/>
                <a:cs typeface="Noto Sans KR" pitchFamily="34" charset="-120"/>
              </a:rPr>
              <a:t>① 무엇을 바꿨는가 ② 바꾸기 전/후 점수</a:t>
            </a:r>
            <a:endParaRPr lang="en-US" sz="1950" dirty="0"/>
          </a:p>
        </p:txBody>
      </p:sp>
      <p:sp>
        <p:nvSpPr>
          <p:cNvPr id="20" name="Text 18"/>
          <p:cNvSpPr/>
          <p:nvPr/>
        </p:nvSpPr>
        <p:spPr>
          <a:xfrm>
            <a:off x="9795123" y="6930330"/>
            <a:ext cx="7885792" cy="397073"/>
          </a:xfrm>
          <a:prstGeom prst="rect">
            <a:avLst/>
          </a:prstGeom>
          <a:noFill/>
          <a:ln/>
        </p:spPr>
        <p:txBody>
          <a:bodyPr wrap="square" lIns="25400" tIns="25400" rIns="25400" bIns="25400" rtlCol="0" anchor="t">
            <a:normAutofit/>
          </a:bodyPr>
          <a:lstStyle/>
          <a:p>
            <a:pPr algn="l" indent="0" marL="0">
              <a:lnSpc>
                <a:spcPct val="101892"/>
              </a:lnSpc>
              <a:buNone/>
            </a:pPr>
            <a:r>
              <a:rPr lang="en-US" sz="1950" dirty="0">
                <a:solidFill>
                  <a:srgbClr val="3C4654"/>
                </a:solidFill>
                <a:latin typeface="Noto Sans KR" pitchFamily="34" charset="0"/>
                <a:ea typeface="Noto Sans KR" pitchFamily="34" charset="-122"/>
                <a:cs typeface="Noto Sans KR" pitchFamily="34" charset="-120"/>
              </a:rPr>
              <a:t>③ 실행시간 ④ 채택했는가 / 되돌렸는가</a:t>
            </a:r>
            <a:endParaRPr lang="en-US" sz="1950" dirty="0"/>
          </a:p>
        </p:txBody>
      </p:sp>
      <p:sp>
        <p:nvSpPr>
          <p:cNvPr id="21" name="Shape 19"/>
          <p:cNvSpPr/>
          <p:nvPr/>
        </p:nvSpPr>
        <p:spPr>
          <a:xfrm>
            <a:off x="9795123" y="7394079"/>
            <a:ext cx="7168902" cy="9525"/>
          </a:xfrm>
          <a:prstGeom prst="rect">
            <a:avLst/>
          </a:prstGeom>
          <a:solidFill>
            <a:srgbClr val="DCD7CC"/>
          </a:solidFill>
          <a:ln/>
        </p:spPr>
      </p:sp>
      <p:sp>
        <p:nvSpPr>
          <p:cNvPr id="22" name="Text 20"/>
          <p:cNvSpPr/>
          <p:nvPr/>
        </p:nvSpPr>
        <p:spPr>
          <a:xfrm>
            <a:off x="9795123" y="7508379"/>
            <a:ext cx="7383969" cy="383381"/>
          </a:xfrm>
          <a:prstGeom prst="rect">
            <a:avLst/>
          </a:prstGeom>
          <a:noFill/>
          <a:ln/>
        </p:spPr>
        <p:txBody>
          <a:bodyPr wrap="square" lIns="25400" tIns="25400" rIns="25400" bIns="25400" rtlCol="0" anchor="t">
            <a:normAutofit/>
          </a:bodyPr>
          <a:lstStyle/>
          <a:p>
            <a:pPr algn="l" indent="0" marL="0">
              <a:lnSpc>
                <a:spcPct val="100694"/>
              </a:lnSpc>
              <a:buNone/>
            </a:pPr>
            <a:r>
              <a:rPr lang="en-US" sz="1875" b="1" dirty="0">
                <a:solidFill>
                  <a:srgbClr val="A4402E"/>
                </a:solidFill>
                <a:latin typeface="Noto Sans KR" pitchFamily="34" charset="0"/>
                <a:ea typeface="Noto Sans KR" pitchFamily="34" charset="-122"/>
                <a:cs typeface="Noto Sans KR" pitchFamily="34" charset="-120"/>
              </a:rPr>
              <a:t>실행시간을 빼먹지 않는다 — 점수가 올랐어도 2시간을 넘기면 쓸 수 없다</a:t>
            </a:r>
            <a:endParaRPr lang="en-US" sz="187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1028700" y="838200"/>
            <a:ext cx="17853660" cy="390525"/>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0F6B5E"/>
                </a:solidFill>
                <a:latin typeface="Noto Sans KR" pitchFamily="34" charset="0"/>
                <a:ea typeface="Noto Sans KR" pitchFamily="34" charset="-122"/>
                <a:cs typeface="Noto Sans KR" pitchFamily="34" charset="-120"/>
              </a:rPr>
              <a:t>⑦ 과적합 — 반드시 아는 함정</a:t>
            </a:r>
            <a:endParaRPr lang="en-US" sz="1950" dirty="0"/>
          </a:p>
        </p:txBody>
      </p:sp>
      <p:sp>
        <p:nvSpPr>
          <p:cNvPr id="3" name="Text 1"/>
          <p:cNvSpPr/>
          <p:nvPr/>
        </p:nvSpPr>
        <p:spPr>
          <a:xfrm>
            <a:off x="1028700" y="1343025"/>
            <a:ext cx="16973550" cy="734169"/>
          </a:xfrm>
          <a:prstGeom prst="rect">
            <a:avLst/>
          </a:prstGeom>
          <a:noFill/>
          <a:ln/>
        </p:spPr>
        <p:txBody>
          <a:bodyPr wrap="square" lIns="25400" tIns="25400" rIns="25400" bIns="25400" rtlCol="0" anchor="t">
            <a:normAutofit/>
          </a:bodyPr>
          <a:lstStyle/>
          <a:p>
            <a:pPr algn="l" indent="0" marL="0">
              <a:lnSpc>
                <a:spcPct val="87000"/>
              </a:lnSpc>
              <a:buNone/>
            </a:pPr>
            <a:r>
              <a:rPr lang="en-US" sz="4350" b="1" spc="-43" kern="0" dirty="0">
                <a:solidFill>
                  <a:srgbClr val="16202E"/>
                </a:solidFill>
                <a:latin typeface="Noto Sans KR" pitchFamily="34" charset="0"/>
                <a:ea typeface="Noto Sans KR" pitchFamily="34" charset="-122"/>
                <a:cs typeface="Noto Sans KR" pitchFamily="34" charset="-120"/>
              </a:rPr>
              <a:t>정답 200건에 맞춰 규칙을 붙이면, 점수는 오르고 실제로는 떨어진다</a:t>
            </a:r>
            <a:endParaRPr lang="en-US" sz="4350" dirty="0"/>
          </a:p>
        </p:txBody>
      </p:sp>
      <p:sp>
        <p:nvSpPr>
          <p:cNvPr id="4" name="Shape 2"/>
          <p:cNvSpPr/>
          <p:nvPr/>
        </p:nvSpPr>
        <p:spPr>
          <a:xfrm>
            <a:off x="1028700" y="2381994"/>
            <a:ext cx="7759303" cy="2635448"/>
          </a:xfrm>
          <a:prstGeom prst="roundRect">
            <a:avLst>
              <a:gd name="adj" fmla="val 2169"/>
            </a:avLst>
          </a:prstGeom>
          <a:solidFill>
            <a:srgbClr val="FFFFFF"/>
          </a:solidFill>
          <a:ln w="9525">
            <a:solidFill>
              <a:srgbClr val="E3DED3"/>
            </a:solidFill>
            <a:prstDash val="solid"/>
          </a:ln>
        </p:spPr>
      </p:sp>
      <p:sp>
        <p:nvSpPr>
          <p:cNvPr id="5" name="Text 3"/>
          <p:cNvSpPr/>
          <p:nvPr/>
        </p:nvSpPr>
        <p:spPr>
          <a:xfrm>
            <a:off x="1323975" y="2639169"/>
            <a:ext cx="7885628"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0F6B5E"/>
                </a:solidFill>
                <a:latin typeface="Noto Sans KR" pitchFamily="34" charset="0"/>
                <a:ea typeface="Noto Sans KR" pitchFamily="34" charset="-122"/>
                <a:cs typeface="Noto Sans KR" pitchFamily="34" charset="-120"/>
              </a:rPr>
              <a:t>우리가 가진 것 vs 채점되는 것</a:t>
            </a:r>
            <a:endParaRPr lang="en-US" sz="1800" dirty="0"/>
          </a:p>
        </p:txBody>
      </p:sp>
      <p:sp>
        <p:nvSpPr>
          <p:cNvPr id="6" name="Shape 4"/>
          <p:cNvSpPr/>
          <p:nvPr/>
        </p:nvSpPr>
        <p:spPr>
          <a:xfrm>
            <a:off x="1323975" y="3620244"/>
            <a:ext cx="7168753" cy="9525"/>
          </a:xfrm>
          <a:prstGeom prst="rect">
            <a:avLst/>
          </a:prstGeom>
          <a:solidFill>
            <a:srgbClr val="DCD7CC"/>
          </a:solidFill>
          <a:ln/>
        </p:spPr>
      </p:sp>
      <p:sp>
        <p:nvSpPr>
          <p:cNvPr id="7" name="Text 5"/>
          <p:cNvSpPr/>
          <p:nvPr/>
        </p:nvSpPr>
        <p:spPr>
          <a:xfrm>
            <a:off x="1323975" y="3143994"/>
            <a:ext cx="1906905" cy="390525"/>
          </a:xfrm>
          <a:prstGeom prst="rect">
            <a:avLst/>
          </a:prstGeom>
          <a:noFill/>
          <a:ln/>
        </p:spPr>
        <p:txBody>
          <a:bodyPr wrap="square" lIns="25400" tIns="25400" rIns="25400" bIns="25400" rtlCol="0" anchor="t">
            <a:normAutofit/>
          </a:bodyPr>
          <a:lstStyle/>
          <a:p>
            <a:pPr algn="l" indent="0" marL="0">
              <a:buNone/>
            </a:pPr>
            <a:r>
              <a:rPr lang="en-US" sz="1950" dirty="0">
                <a:solidFill>
                  <a:srgbClr val="3C4654"/>
                </a:solidFill>
                <a:latin typeface="Noto Sans KR" pitchFamily="34" charset="0"/>
                <a:ea typeface="Noto Sans KR" pitchFamily="34" charset="-122"/>
                <a:cs typeface="Noto Sans KR" pitchFamily="34" charset="-120"/>
              </a:rPr>
              <a:t>정답을 가진 공고</a:t>
            </a:r>
            <a:endParaRPr lang="en-US" sz="1950" dirty="0"/>
          </a:p>
        </p:txBody>
      </p:sp>
      <p:sp>
        <p:nvSpPr>
          <p:cNvPr id="8" name="Text 6"/>
          <p:cNvSpPr/>
          <p:nvPr/>
        </p:nvSpPr>
        <p:spPr>
          <a:xfrm>
            <a:off x="7698432" y="3086844"/>
            <a:ext cx="870496" cy="466725"/>
          </a:xfrm>
          <a:prstGeom prst="rect">
            <a:avLst/>
          </a:prstGeom>
          <a:noFill/>
          <a:ln/>
        </p:spPr>
        <p:txBody>
          <a:bodyPr wrap="square" lIns="25400" tIns="25400" rIns="25400" bIns="25400" rtlCol="0" anchor="t">
            <a:normAutofit/>
          </a:bodyPr>
          <a:lstStyle/>
          <a:p>
            <a:pPr algn="l" indent="0" marL="0">
              <a:buNone/>
            </a:pPr>
            <a:r>
              <a:rPr lang="en-US" sz="2325" b="1" dirty="0">
                <a:solidFill>
                  <a:srgbClr val="16202E"/>
                </a:solidFill>
                <a:latin typeface="Noto Sans KR" pitchFamily="34" charset="0"/>
                <a:ea typeface="Noto Sans KR" pitchFamily="34" charset="-122"/>
                <a:cs typeface="Noto Sans KR" pitchFamily="34" charset="-120"/>
              </a:rPr>
              <a:t>200건</a:t>
            </a:r>
            <a:endParaRPr lang="en-US" sz="2325" dirty="0"/>
          </a:p>
        </p:txBody>
      </p:sp>
      <p:sp>
        <p:nvSpPr>
          <p:cNvPr id="9" name="Shape 7"/>
          <p:cNvSpPr/>
          <p:nvPr/>
        </p:nvSpPr>
        <p:spPr>
          <a:xfrm>
            <a:off x="1323975" y="4277469"/>
            <a:ext cx="7168753" cy="9525"/>
          </a:xfrm>
          <a:prstGeom prst="rect">
            <a:avLst/>
          </a:prstGeom>
          <a:solidFill>
            <a:srgbClr val="DCD7CC"/>
          </a:solidFill>
          <a:ln/>
        </p:spPr>
      </p:sp>
      <p:sp>
        <p:nvSpPr>
          <p:cNvPr id="10" name="Text 8"/>
          <p:cNvSpPr/>
          <p:nvPr/>
        </p:nvSpPr>
        <p:spPr>
          <a:xfrm>
            <a:off x="1323975" y="3801219"/>
            <a:ext cx="2157546" cy="390525"/>
          </a:xfrm>
          <a:prstGeom prst="rect">
            <a:avLst/>
          </a:prstGeom>
          <a:noFill/>
          <a:ln/>
        </p:spPr>
        <p:txBody>
          <a:bodyPr wrap="square" lIns="25400" tIns="25400" rIns="25400" bIns="25400" rtlCol="0" anchor="t">
            <a:normAutofit/>
          </a:bodyPr>
          <a:lstStyle/>
          <a:p>
            <a:pPr algn="l" indent="0" marL="0">
              <a:buNone/>
            </a:pPr>
            <a:r>
              <a:rPr lang="en-US" sz="1950" dirty="0">
                <a:solidFill>
                  <a:srgbClr val="3C4654"/>
                </a:solidFill>
                <a:latin typeface="Noto Sans KR" pitchFamily="34" charset="0"/>
                <a:ea typeface="Noto Sans KR" pitchFamily="34" charset="-122"/>
                <a:cs typeface="Noto Sans KR" pitchFamily="34" charset="-120"/>
              </a:rPr>
              <a:t>실제 채점되는 공고</a:t>
            </a:r>
            <a:endParaRPr lang="en-US" sz="1950" dirty="0"/>
          </a:p>
        </p:txBody>
      </p:sp>
      <p:sp>
        <p:nvSpPr>
          <p:cNvPr id="11" name="Text 9"/>
          <p:cNvSpPr/>
          <p:nvPr/>
        </p:nvSpPr>
        <p:spPr>
          <a:xfrm>
            <a:off x="7427863" y="3744069"/>
            <a:ext cx="1141065" cy="466725"/>
          </a:xfrm>
          <a:prstGeom prst="rect">
            <a:avLst/>
          </a:prstGeom>
          <a:noFill/>
          <a:ln/>
        </p:spPr>
        <p:txBody>
          <a:bodyPr wrap="square" lIns="25400" tIns="25400" rIns="25400" bIns="25400" rtlCol="0" anchor="t">
            <a:normAutofit/>
          </a:bodyPr>
          <a:lstStyle/>
          <a:p>
            <a:pPr algn="l" indent="0" marL="0">
              <a:buNone/>
            </a:pPr>
            <a:r>
              <a:rPr lang="en-US" sz="2325" b="1" dirty="0">
                <a:solidFill>
                  <a:srgbClr val="16202E"/>
                </a:solidFill>
                <a:latin typeface="Noto Sans KR" pitchFamily="34" charset="0"/>
                <a:ea typeface="Noto Sans KR" pitchFamily="34" charset="-122"/>
                <a:cs typeface="Noto Sans KR" pitchFamily="34" charset="-120"/>
              </a:rPr>
              <a:t>1,853건</a:t>
            </a:r>
            <a:endParaRPr lang="en-US" sz="2325" dirty="0"/>
          </a:p>
        </p:txBody>
      </p:sp>
      <p:sp>
        <p:nvSpPr>
          <p:cNvPr id="12" name="Text 10"/>
          <p:cNvSpPr/>
          <p:nvPr/>
        </p:nvSpPr>
        <p:spPr>
          <a:xfrm>
            <a:off x="1323975" y="4401294"/>
            <a:ext cx="7885628" cy="397073"/>
          </a:xfrm>
          <a:prstGeom prst="rect">
            <a:avLst/>
          </a:prstGeom>
          <a:noFill/>
          <a:ln/>
        </p:spPr>
        <p:txBody>
          <a:bodyPr wrap="square" lIns="25400" tIns="25400" rIns="25400" bIns="25400" rtlCol="0" anchor="t">
            <a:normAutofit/>
          </a:bodyPr>
          <a:lstStyle/>
          <a:p>
            <a:pPr algn="l" indent="0" marL="0">
              <a:lnSpc>
                <a:spcPct val="101892"/>
              </a:lnSpc>
              <a:buNone/>
            </a:pPr>
            <a:r>
              <a:rPr lang="en-US" sz="1950" b="1" dirty="0">
                <a:solidFill>
                  <a:srgbClr val="A4402E"/>
                </a:solidFill>
                <a:latin typeface="Noto Sans KR" pitchFamily="34" charset="0"/>
                <a:ea typeface="Noto Sans KR" pitchFamily="34" charset="-122"/>
                <a:cs typeface="Noto Sans KR" pitchFamily="34" charset="-120"/>
              </a:rPr>
              <a:t>공식 안내 — 이 둘의 구성비는 다르며 공개되지 않는다</a:t>
            </a:r>
            <a:endParaRPr lang="en-US" sz="1950" dirty="0"/>
          </a:p>
        </p:txBody>
      </p:sp>
      <p:sp>
        <p:nvSpPr>
          <p:cNvPr id="13" name="Shape 11"/>
          <p:cNvSpPr/>
          <p:nvPr/>
        </p:nvSpPr>
        <p:spPr>
          <a:xfrm>
            <a:off x="1028700" y="5169843"/>
            <a:ext cx="7759303" cy="2187773"/>
          </a:xfrm>
          <a:prstGeom prst="roundRect">
            <a:avLst>
              <a:gd name="adj" fmla="val 2612"/>
            </a:avLst>
          </a:prstGeom>
          <a:solidFill>
            <a:srgbClr val="16202E"/>
          </a:solidFill>
          <a:ln/>
        </p:spPr>
      </p:sp>
      <p:sp>
        <p:nvSpPr>
          <p:cNvPr id="14" name="Text 12"/>
          <p:cNvSpPr/>
          <p:nvPr/>
        </p:nvSpPr>
        <p:spPr>
          <a:xfrm>
            <a:off x="1314450" y="5417493"/>
            <a:ext cx="7906583"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6FC3B2"/>
                </a:solidFill>
                <a:latin typeface="Noto Sans KR" pitchFamily="34" charset="0"/>
                <a:ea typeface="Noto Sans KR" pitchFamily="34" charset="-122"/>
                <a:cs typeface="Noto Sans KR" pitchFamily="34" charset="-120"/>
              </a:rPr>
              <a:t>이렇게 망한다</a:t>
            </a:r>
            <a:endParaRPr lang="en-US" sz="1800" dirty="0"/>
          </a:p>
        </p:txBody>
      </p:sp>
      <p:sp>
        <p:nvSpPr>
          <p:cNvPr id="15" name="Text 13"/>
          <p:cNvSpPr/>
          <p:nvPr/>
        </p:nvSpPr>
        <p:spPr>
          <a:xfrm>
            <a:off x="1314450" y="5865168"/>
            <a:ext cx="7403437" cy="809625"/>
          </a:xfrm>
          <a:prstGeom prst="rect">
            <a:avLst/>
          </a:prstGeom>
          <a:noFill/>
          <a:ln/>
        </p:spPr>
        <p:txBody>
          <a:bodyPr wrap="square" lIns="25400" tIns="25400" rIns="25400" bIns="25400" rtlCol="0" anchor="t">
            <a:normAutofit/>
          </a:bodyPr>
          <a:lstStyle/>
          <a:p>
            <a:pPr algn="l" indent="0" marL="0">
              <a:lnSpc>
                <a:spcPct val="103846"/>
              </a:lnSpc>
              <a:buNone/>
            </a:pPr>
            <a:r>
              <a:rPr lang="en-US" sz="2025" dirty="0">
                <a:solidFill>
                  <a:srgbClr val="F6F4EF"/>
                </a:solidFill>
                <a:latin typeface="Noto Sans KR" pitchFamily="34" charset="0"/>
                <a:ea typeface="Noto Sans KR" pitchFamily="34" charset="-122"/>
                <a:cs typeface="Noto Sans KR" pitchFamily="34" charset="-120"/>
              </a:rPr>
              <a:t>200건에서 틀린 걸 보며 "이 공고엔 이런 예외를 넣자"를 반복 → 200건 점수는 계속 오른다 → 제출하면 안 오르거나 떨어진다</a:t>
            </a:r>
            <a:endParaRPr lang="en-US" sz="2025" dirty="0"/>
          </a:p>
        </p:txBody>
      </p:sp>
      <p:sp>
        <p:nvSpPr>
          <p:cNvPr id="16" name="Text 14"/>
          <p:cNvSpPr/>
          <p:nvPr/>
        </p:nvSpPr>
        <p:spPr>
          <a:xfrm>
            <a:off x="1314450" y="6750993"/>
            <a:ext cx="7906583" cy="397073"/>
          </a:xfrm>
          <a:prstGeom prst="rect">
            <a:avLst/>
          </a:prstGeom>
          <a:noFill/>
          <a:ln/>
        </p:spPr>
        <p:txBody>
          <a:bodyPr wrap="square" lIns="25400" tIns="25400" rIns="25400" bIns="25400" rtlCol="0" anchor="t">
            <a:normAutofit/>
          </a:bodyPr>
          <a:lstStyle/>
          <a:p>
            <a:pPr algn="l" indent="0" marL="0">
              <a:lnSpc>
                <a:spcPct val="101892"/>
              </a:lnSpc>
              <a:buNone/>
            </a:pPr>
            <a:r>
              <a:rPr lang="en-US" sz="1950" dirty="0">
                <a:solidFill>
                  <a:srgbClr val="C6CEDA"/>
                </a:solidFill>
                <a:latin typeface="Noto Sans KR" pitchFamily="34" charset="0"/>
                <a:ea typeface="Noto Sans KR" pitchFamily="34" charset="-122"/>
                <a:cs typeface="Noto Sans KR" pitchFamily="34" charset="-120"/>
              </a:rPr>
              <a:t>판단 기준을 만든 게 아니라 </a:t>
            </a:r>
            <a:pPr algn="l" indent="0" marL="0">
              <a:lnSpc>
                <a:spcPct val="101892"/>
              </a:lnSpc>
              <a:buNone/>
            </a:pPr>
            <a:r>
              <a:rPr lang="en-US" sz="1950" b="1" dirty="0">
                <a:solidFill>
                  <a:srgbClr val="6FC3B2"/>
                </a:solidFill>
                <a:latin typeface="Noto Sans KR" pitchFamily="34" charset="0"/>
                <a:ea typeface="Noto Sans KR" pitchFamily="34" charset="-122"/>
                <a:cs typeface="Noto Sans KR" pitchFamily="34" charset="-120"/>
              </a:rPr>
              <a:t>200건의 정답표를 외운 것</a:t>
            </a:r>
            <a:pPr algn="l" indent="0" marL="0">
              <a:lnSpc>
                <a:spcPct val="101892"/>
              </a:lnSpc>
              <a:buNone/>
            </a:pPr>
            <a:r>
              <a:rPr lang="en-US" sz="1950" dirty="0">
                <a:solidFill>
                  <a:srgbClr val="C6CEDA"/>
                </a:solidFill>
                <a:latin typeface="Noto Sans KR" pitchFamily="34" charset="0"/>
                <a:ea typeface="Noto Sans KR" pitchFamily="34" charset="-122"/>
                <a:cs typeface="Noto Sans KR" pitchFamily="34" charset="-120"/>
              </a:rPr>
              <a:t>이기 때문</a:t>
            </a:r>
            <a:endParaRPr lang="en-US" sz="1950" dirty="0"/>
          </a:p>
        </p:txBody>
      </p:sp>
      <p:sp>
        <p:nvSpPr>
          <p:cNvPr id="17" name="Shape 15"/>
          <p:cNvSpPr/>
          <p:nvPr/>
        </p:nvSpPr>
        <p:spPr>
          <a:xfrm>
            <a:off x="9111853" y="2381994"/>
            <a:ext cx="8147447" cy="2174081"/>
          </a:xfrm>
          <a:prstGeom prst="roundRect">
            <a:avLst>
              <a:gd name="adj" fmla="val 2629"/>
            </a:avLst>
          </a:prstGeom>
          <a:solidFill>
            <a:srgbClr val="FFFFFF"/>
          </a:solidFill>
          <a:ln w="9525">
            <a:solidFill>
              <a:srgbClr val="CADDD2"/>
            </a:solidFill>
            <a:prstDash val="solid"/>
          </a:ln>
        </p:spPr>
      </p:sp>
      <p:sp>
        <p:nvSpPr>
          <p:cNvPr id="18" name="Text 16"/>
          <p:cNvSpPr/>
          <p:nvPr/>
        </p:nvSpPr>
        <p:spPr>
          <a:xfrm>
            <a:off x="9407128" y="2639169"/>
            <a:ext cx="8312587"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0F6B5E"/>
                </a:solidFill>
                <a:latin typeface="Noto Sans KR" pitchFamily="34" charset="0"/>
                <a:ea typeface="Noto Sans KR" pitchFamily="34" charset="-122"/>
                <a:cs typeface="Noto Sans KR" pitchFamily="34" charset="-120"/>
              </a:rPr>
              <a:t>좋은 수정</a:t>
            </a:r>
            <a:endParaRPr lang="en-US" sz="1800" dirty="0"/>
          </a:p>
        </p:txBody>
      </p:sp>
      <p:sp>
        <p:nvSpPr>
          <p:cNvPr id="19" name="Text 17"/>
          <p:cNvSpPr/>
          <p:nvPr/>
        </p:nvSpPr>
        <p:spPr>
          <a:xfrm>
            <a:off x="9407128" y="3077319"/>
            <a:ext cx="7783604" cy="809625"/>
          </a:xfrm>
          <a:prstGeom prst="rect">
            <a:avLst/>
          </a:prstGeom>
          <a:noFill/>
          <a:ln/>
        </p:spPr>
        <p:txBody>
          <a:bodyPr wrap="square" lIns="25400" tIns="25400" rIns="25400" bIns="25400" rtlCol="0" anchor="t">
            <a:normAutofit/>
          </a:bodyPr>
          <a:lstStyle/>
          <a:p>
            <a:pPr algn="l" indent="0" marL="0">
              <a:lnSpc>
                <a:spcPct val="103846"/>
              </a:lnSpc>
              <a:buNone/>
            </a:pPr>
            <a:r>
              <a:rPr lang="en-US" sz="2025" dirty="0">
                <a:solidFill>
                  <a:srgbClr val="3C4654"/>
                </a:solidFill>
                <a:latin typeface="Noto Sans KR" pitchFamily="34" charset="0"/>
                <a:ea typeface="Noto Sans KR" pitchFamily="34" charset="-122"/>
                <a:cs typeface="Noto Sans KR" pitchFamily="34" charset="-120"/>
              </a:rPr>
              <a:t>왜 그런지 말로 설명된다 · 다른 공고에도 그대로 적용된다 · </a:t>
            </a:r>
            <a:pPr algn="l" indent="0" marL="0">
              <a:lnSpc>
                <a:spcPct val="103846"/>
              </a:lnSpc>
              <a:buNone/>
            </a:pPr>
            <a:r>
              <a:rPr lang="en-US" sz="2025" b="1" dirty="0">
                <a:solidFill>
                  <a:srgbClr val="16202E"/>
                </a:solidFill>
                <a:latin typeface="Noto Sans KR" pitchFamily="34" charset="0"/>
                <a:ea typeface="Noto Sans KR" pitchFamily="34" charset="-122"/>
                <a:cs typeface="Noto Sans KR" pitchFamily="34" charset="-120"/>
              </a:rPr>
              <a:t>조문에서 나왔다</a:t>
            </a:r>
            <a:endParaRPr lang="en-US" sz="2025" dirty="0"/>
          </a:p>
        </p:txBody>
      </p:sp>
      <p:sp>
        <p:nvSpPr>
          <p:cNvPr id="20" name="Text 18"/>
          <p:cNvSpPr/>
          <p:nvPr/>
        </p:nvSpPr>
        <p:spPr>
          <a:xfrm>
            <a:off x="9407128" y="3953619"/>
            <a:ext cx="8312587" cy="383381"/>
          </a:xfrm>
          <a:prstGeom prst="rect">
            <a:avLst/>
          </a:prstGeom>
          <a:noFill/>
          <a:ln/>
        </p:spPr>
        <p:txBody>
          <a:bodyPr wrap="square" lIns="25400" tIns="25400" rIns="25400" bIns="25400" rtlCol="0" anchor="t">
            <a:normAutofit/>
          </a:bodyPr>
          <a:lstStyle/>
          <a:p>
            <a:pPr algn="l" indent="0" marL="0">
              <a:lnSpc>
                <a:spcPct val="100694"/>
              </a:lnSpc>
              <a:buNone/>
            </a:pPr>
            <a:r>
              <a:rPr lang="en-US" sz="1875" dirty="0">
                <a:solidFill>
                  <a:srgbClr val="7C8492"/>
                </a:solidFill>
                <a:latin typeface="Noto Sans KR" pitchFamily="34" charset="0"/>
                <a:ea typeface="Noto Sans KR" pitchFamily="34" charset="-122"/>
                <a:cs typeface="Noto Sans KR" pitchFamily="34" charset="-120"/>
              </a:rPr>
              <a:t>예 — "단서 조항을 놓쳐서 예외를 반영하지 못했다"</a:t>
            </a:r>
            <a:endParaRPr lang="en-US" sz="1875" dirty="0"/>
          </a:p>
        </p:txBody>
      </p:sp>
      <p:sp>
        <p:nvSpPr>
          <p:cNvPr id="21" name="Shape 19"/>
          <p:cNvSpPr/>
          <p:nvPr/>
        </p:nvSpPr>
        <p:spPr>
          <a:xfrm>
            <a:off x="9111853" y="4708475"/>
            <a:ext cx="8147447" cy="1788319"/>
          </a:xfrm>
          <a:prstGeom prst="roundRect">
            <a:avLst>
              <a:gd name="adj" fmla="val 3196"/>
            </a:avLst>
          </a:prstGeom>
          <a:solidFill>
            <a:srgbClr val="FFFFFF"/>
          </a:solidFill>
          <a:ln w="9525">
            <a:solidFill>
              <a:srgbClr val="E1B9B1"/>
            </a:solidFill>
            <a:prstDash val="solid"/>
          </a:ln>
        </p:spPr>
      </p:sp>
      <p:sp>
        <p:nvSpPr>
          <p:cNvPr id="22" name="Text 20"/>
          <p:cNvSpPr/>
          <p:nvPr/>
        </p:nvSpPr>
        <p:spPr>
          <a:xfrm>
            <a:off x="9407128" y="4965650"/>
            <a:ext cx="8312587"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A4402E"/>
                </a:solidFill>
                <a:latin typeface="Noto Sans KR" pitchFamily="34" charset="0"/>
                <a:ea typeface="Noto Sans KR" pitchFamily="34" charset="-122"/>
                <a:cs typeface="Noto Sans KR" pitchFamily="34" charset="-120"/>
              </a:rPr>
              <a:t>나쁜 수정</a:t>
            </a:r>
            <a:endParaRPr lang="en-US" sz="1800" dirty="0"/>
          </a:p>
        </p:txBody>
      </p:sp>
      <p:sp>
        <p:nvSpPr>
          <p:cNvPr id="23" name="Text 21"/>
          <p:cNvSpPr/>
          <p:nvPr/>
        </p:nvSpPr>
        <p:spPr>
          <a:xfrm>
            <a:off x="9407128" y="5403800"/>
            <a:ext cx="8312587" cy="423863"/>
          </a:xfrm>
          <a:prstGeom prst="rect">
            <a:avLst/>
          </a:prstGeom>
          <a:noFill/>
          <a:ln/>
        </p:spPr>
        <p:txBody>
          <a:bodyPr wrap="square" lIns="25400" tIns="25400" rIns="25400" bIns="25400" rtlCol="0" anchor="t">
            <a:normAutofit/>
          </a:bodyPr>
          <a:lstStyle/>
          <a:p>
            <a:pPr algn="l" indent="0" marL="0">
              <a:lnSpc>
                <a:spcPct val="103846"/>
              </a:lnSpc>
              <a:buNone/>
            </a:pPr>
            <a:r>
              <a:rPr lang="en-US" sz="2025" dirty="0">
                <a:solidFill>
                  <a:srgbClr val="3C4654"/>
                </a:solidFill>
                <a:latin typeface="Noto Sans KR" pitchFamily="34" charset="0"/>
                <a:ea typeface="Noto Sans KR" pitchFamily="34" charset="-122"/>
                <a:cs typeface="Noto Sans KR" pitchFamily="34" charset="-120"/>
              </a:rPr>
              <a:t>이 공고만 예외로 빼는 것 · 설명이 "이렇게 하면 점수가 올라서"인 것</a:t>
            </a:r>
            <a:endParaRPr lang="en-US" sz="2025" dirty="0"/>
          </a:p>
        </p:txBody>
      </p:sp>
      <p:sp>
        <p:nvSpPr>
          <p:cNvPr id="24" name="Text 22"/>
          <p:cNvSpPr/>
          <p:nvPr/>
        </p:nvSpPr>
        <p:spPr>
          <a:xfrm>
            <a:off x="9407128" y="5894338"/>
            <a:ext cx="8312587" cy="383381"/>
          </a:xfrm>
          <a:prstGeom prst="rect">
            <a:avLst/>
          </a:prstGeom>
          <a:noFill/>
          <a:ln/>
        </p:spPr>
        <p:txBody>
          <a:bodyPr wrap="square" lIns="25400" tIns="25400" rIns="25400" bIns="25400" rtlCol="0" anchor="t">
            <a:normAutofit/>
          </a:bodyPr>
          <a:lstStyle/>
          <a:p>
            <a:pPr algn="l" indent="0" marL="0">
              <a:lnSpc>
                <a:spcPct val="100694"/>
              </a:lnSpc>
              <a:buNone/>
            </a:pPr>
            <a:r>
              <a:rPr lang="en-US" sz="1875" dirty="0">
                <a:solidFill>
                  <a:srgbClr val="7C8492"/>
                </a:solidFill>
                <a:latin typeface="Noto Sans KR" pitchFamily="34" charset="0"/>
                <a:ea typeface="Noto Sans KR" pitchFamily="34" charset="-122"/>
                <a:cs typeface="Noto Sans KR" pitchFamily="34" charset="-120"/>
              </a:rPr>
              <a:t>예 — "이 기관 이름이 나오면 0으로 처리"</a:t>
            </a:r>
            <a:endParaRPr lang="en-US" sz="1875" dirty="0"/>
          </a:p>
        </p:txBody>
      </p:sp>
      <p:sp>
        <p:nvSpPr>
          <p:cNvPr id="25" name="Shape 23"/>
          <p:cNvSpPr/>
          <p:nvPr/>
        </p:nvSpPr>
        <p:spPr>
          <a:xfrm>
            <a:off x="9111853" y="6649194"/>
            <a:ext cx="8147447" cy="1190625"/>
          </a:xfrm>
          <a:prstGeom prst="roundRect">
            <a:avLst>
              <a:gd name="adj" fmla="val 4800"/>
            </a:avLst>
          </a:prstGeom>
          <a:solidFill>
            <a:srgbClr val="EDE9E0"/>
          </a:solidFill>
          <a:ln/>
        </p:spPr>
      </p:sp>
      <p:sp>
        <p:nvSpPr>
          <p:cNvPr id="26" name="Text 24"/>
          <p:cNvSpPr/>
          <p:nvPr/>
        </p:nvSpPr>
        <p:spPr>
          <a:xfrm>
            <a:off x="9378553" y="6858744"/>
            <a:ext cx="7858470" cy="809625"/>
          </a:xfrm>
          <a:prstGeom prst="rect">
            <a:avLst/>
          </a:prstGeom>
          <a:noFill/>
          <a:ln/>
        </p:spPr>
        <p:txBody>
          <a:bodyPr wrap="square" lIns="25400" tIns="25400" rIns="25400" bIns="25400" rtlCol="0" anchor="t">
            <a:normAutofit/>
          </a:bodyPr>
          <a:lstStyle/>
          <a:p>
            <a:pPr algn="l" indent="0" marL="0">
              <a:lnSpc>
                <a:spcPct val="103846"/>
              </a:lnSpc>
              <a:buNone/>
            </a:pPr>
            <a:r>
              <a:rPr lang="en-US" sz="2025" b="1" dirty="0">
                <a:solidFill>
                  <a:srgbClr val="16202E"/>
                </a:solidFill>
                <a:latin typeface="Noto Sans KR" pitchFamily="34" charset="0"/>
                <a:ea typeface="Noto Sans KR" pitchFamily="34" charset="-122"/>
                <a:cs typeface="Noto Sans KR" pitchFamily="34" charset="-120"/>
              </a:rPr>
              <a:t>실무 지침 </a:t>
            </a:r>
            <a:pPr algn="l" indent="0" marL="0">
              <a:lnSpc>
                <a:spcPct val="103846"/>
              </a:lnSpc>
              <a:buNone/>
            </a:pPr>
            <a:r>
              <a:rPr lang="en-US" sz="2025" dirty="0">
                <a:solidFill>
                  <a:srgbClr val="3C4654"/>
                </a:solidFill>
                <a:highlight>
                  <a:srgbClr val="EDE9E0"/>
                </a:highlight>
                <a:latin typeface="Noto Sans KR" pitchFamily="34" charset="0"/>
                <a:ea typeface="Noto Sans KR" pitchFamily="34" charset="-122"/>
                <a:cs typeface="Noto Sans KR" pitchFamily="34" charset="-120"/>
              </a:rPr>
              <a:t>— 수정하고 싶으면 그게 </a:t>
            </a:r>
            <a:pPr algn="l" indent="0" marL="0">
              <a:lnSpc>
                <a:spcPct val="103846"/>
              </a:lnSpc>
              <a:buNone/>
            </a:pPr>
            <a:r>
              <a:rPr lang="en-US" sz="2025" b="1" dirty="0">
                <a:solidFill>
                  <a:srgbClr val="16202E"/>
                </a:solidFill>
                <a:latin typeface="Noto Sans KR" pitchFamily="34" charset="0"/>
                <a:ea typeface="Noto Sans KR" pitchFamily="34" charset="-122"/>
                <a:cs typeface="Noto Sans KR" pitchFamily="34" charset="-120"/>
              </a:rPr>
              <a:t>조문의 어느 문장에서 나왔는지 </a:t>
            </a:r>
            <a:pPr algn="l" indent="0" marL="0">
              <a:lnSpc>
                <a:spcPct val="103846"/>
              </a:lnSpc>
              <a:buNone/>
            </a:pPr>
            <a:r>
              <a:rPr lang="en-US" sz="2025" dirty="0">
                <a:solidFill>
                  <a:srgbClr val="3C4654"/>
                </a:solidFill>
                <a:highlight>
                  <a:srgbClr val="EDE9E0"/>
                </a:highlight>
                <a:latin typeface="Noto Sans KR" pitchFamily="34" charset="0"/>
                <a:ea typeface="Noto Sans KR" pitchFamily="34" charset="-122"/>
                <a:cs typeface="Noto Sans KR" pitchFamily="34" charset="-120"/>
              </a:rPr>
              <a:t>말할 수 있어야 한다. 말 못하면 그 수정은 외우기다.</a:t>
            </a:r>
            <a:endParaRPr lang="en-US" sz="202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1028700" y="838200"/>
            <a:ext cx="17853660" cy="390525"/>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0F6B5E"/>
                </a:solidFill>
                <a:latin typeface="Noto Sans KR" pitchFamily="34" charset="0"/>
                <a:ea typeface="Noto Sans KR" pitchFamily="34" charset="-122"/>
                <a:cs typeface="Noto Sans KR" pitchFamily="34" charset="-120"/>
              </a:rPr>
              <a:t>⑧ Git — 처음부터</a:t>
            </a:r>
            <a:endParaRPr lang="en-US" sz="1950" dirty="0"/>
          </a:p>
        </p:txBody>
      </p:sp>
      <p:sp>
        <p:nvSpPr>
          <p:cNvPr id="3" name="Text 1"/>
          <p:cNvSpPr/>
          <p:nvPr/>
        </p:nvSpPr>
        <p:spPr>
          <a:xfrm>
            <a:off x="1028700" y="1343025"/>
            <a:ext cx="16973550" cy="734169"/>
          </a:xfrm>
          <a:prstGeom prst="rect">
            <a:avLst/>
          </a:prstGeom>
          <a:noFill/>
          <a:ln/>
        </p:spPr>
        <p:txBody>
          <a:bodyPr wrap="square" lIns="25400" tIns="25400" rIns="25400" bIns="25400" rtlCol="0" anchor="t">
            <a:normAutofit/>
          </a:bodyPr>
          <a:lstStyle/>
          <a:p>
            <a:pPr algn="l" indent="0" marL="0">
              <a:lnSpc>
                <a:spcPct val="87000"/>
              </a:lnSpc>
              <a:buNone/>
            </a:pPr>
            <a:r>
              <a:rPr lang="en-US" sz="4350" b="1" spc="-43" kern="0" dirty="0">
                <a:solidFill>
                  <a:srgbClr val="16202E"/>
                </a:solidFill>
                <a:latin typeface="Noto Sans KR" pitchFamily="34" charset="0"/>
                <a:ea typeface="Noto Sans KR" pitchFamily="34" charset="-122"/>
                <a:cs typeface="Noto Sans KR" pitchFamily="34" charset="-120"/>
              </a:rPr>
              <a:t>여러 사람이 같은 코드를 고쳐도 서로 덮어쓰지 않게 하는 도구</a:t>
            </a:r>
            <a:endParaRPr lang="en-US" sz="4350" dirty="0"/>
          </a:p>
        </p:txBody>
      </p:sp>
      <p:sp>
        <p:nvSpPr>
          <p:cNvPr id="4" name="Text 2"/>
          <p:cNvSpPr/>
          <p:nvPr/>
        </p:nvSpPr>
        <p:spPr>
          <a:xfrm>
            <a:off x="1028700" y="2362944"/>
            <a:ext cx="8748712"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0F6B5E"/>
                </a:solidFill>
                <a:latin typeface="Noto Sans KR" pitchFamily="34" charset="0"/>
                <a:ea typeface="Noto Sans KR" pitchFamily="34" charset="-122"/>
                <a:cs typeface="Noto Sans KR" pitchFamily="34" charset="-120"/>
              </a:rPr>
              <a:t>용어는 네 개만</a:t>
            </a:r>
            <a:endParaRPr lang="en-US" sz="1800" dirty="0"/>
          </a:p>
        </p:txBody>
      </p:sp>
      <p:sp>
        <p:nvSpPr>
          <p:cNvPr id="5" name="Shape 3"/>
          <p:cNvSpPr/>
          <p:nvPr/>
        </p:nvSpPr>
        <p:spPr>
          <a:xfrm>
            <a:off x="1028700" y="2820144"/>
            <a:ext cx="7953375" cy="759023"/>
          </a:xfrm>
          <a:prstGeom prst="roundRect">
            <a:avLst>
              <a:gd name="adj" fmla="val 7529"/>
            </a:avLst>
          </a:prstGeom>
          <a:solidFill>
            <a:srgbClr val="FFFFFF"/>
          </a:solidFill>
          <a:ln w="9525">
            <a:solidFill>
              <a:srgbClr val="E3DED3"/>
            </a:solidFill>
            <a:prstDash val="solid"/>
          </a:ln>
        </p:spPr>
      </p:sp>
      <p:sp>
        <p:nvSpPr>
          <p:cNvPr id="6" name="Text 4"/>
          <p:cNvSpPr/>
          <p:nvPr/>
        </p:nvSpPr>
        <p:spPr>
          <a:xfrm>
            <a:off x="1285875" y="3020169"/>
            <a:ext cx="1219200" cy="390525"/>
          </a:xfrm>
          <a:prstGeom prst="rect">
            <a:avLst/>
          </a:prstGeom>
          <a:noFill/>
          <a:ln/>
        </p:spPr>
        <p:txBody>
          <a:bodyPr wrap="square" lIns="25400" tIns="25400" rIns="25400" bIns="25400" rtlCol="0" anchor="t">
            <a:normAutofit/>
          </a:bodyPr>
          <a:lstStyle/>
          <a:p>
            <a:pPr algn="l" indent="0" marL="0">
              <a:buNone/>
            </a:pPr>
            <a:r>
              <a:rPr lang="en-US" sz="1950" b="1" dirty="0">
                <a:solidFill>
                  <a:srgbClr val="0F6B5E"/>
                </a:solidFill>
                <a:latin typeface="Noto Sans KR" pitchFamily="34" charset="0"/>
                <a:ea typeface="Noto Sans KR" pitchFamily="34" charset="-122"/>
                <a:cs typeface="Noto Sans KR" pitchFamily="34" charset="-120"/>
              </a:rPr>
              <a:t>저장소</a:t>
            </a:r>
            <a:endParaRPr lang="en-US" sz="1950" dirty="0"/>
          </a:p>
        </p:txBody>
      </p:sp>
      <p:sp>
        <p:nvSpPr>
          <p:cNvPr id="7" name="Text 5"/>
          <p:cNvSpPr/>
          <p:nvPr/>
        </p:nvSpPr>
        <p:spPr>
          <a:xfrm>
            <a:off x="2619375" y="3020169"/>
            <a:ext cx="3062049" cy="397073"/>
          </a:xfrm>
          <a:prstGeom prst="rect">
            <a:avLst/>
          </a:prstGeom>
          <a:noFill/>
          <a:ln/>
        </p:spPr>
        <p:txBody>
          <a:bodyPr wrap="square" lIns="25400" tIns="25400" rIns="25400" bIns="25400" rtlCol="0" anchor="t">
            <a:normAutofit/>
          </a:bodyPr>
          <a:lstStyle/>
          <a:p>
            <a:pPr algn="l" indent="0" marL="0">
              <a:lnSpc>
                <a:spcPct val="101892"/>
              </a:lnSpc>
              <a:buNone/>
            </a:pPr>
            <a:r>
              <a:rPr lang="en-US" sz="1950" dirty="0">
                <a:solidFill>
                  <a:srgbClr val="3C4654"/>
                </a:solidFill>
                <a:latin typeface="Noto Sans KR" pitchFamily="34" charset="0"/>
                <a:ea typeface="Noto Sans KR" pitchFamily="34" charset="-122"/>
                <a:cs typeface="Noto Sans KR" pitchFamily="34" charset="-120"/>
              </a:rPr>
              <a:t>우리 코드가 사는 공동 폴더</a:t>
            </a:r>
            <a:endParaRPr lang="en-US" sz="1950" dirty="0"/>
          </a:p>
        </p:txBody>
      </p:sp>
      <p:sp>
        <p:nvSpPr>
          <p:cNvPr id="8" name="Shape 6"/>
          <p:cNvSpPr/>
          <p:nvPr/>
        </p:nvSpPr>
        <p:spPr>
          <a:xfrm>
            <a:off x="1028700" y="3702993"/>
            <a:ext cx="7953375" cy="759023"/>
          </a:xfrm>
          <a:prstGeom prst="roundRect">
            <a:avLst>
              <a:gd name="adj" fmla="val 7529"/>
            </a:avLst>
          </a:prstGeom>
          <a:solidFill>
            <a:srgbClr val="FFFFFF"/>
          </a:solidFill>
          <a:ln w="9525">
            <a:solidFill>
              <a:srgbClr val="E3DED3"/>
            </a:solidFill>
            <a:prstDash val="solid"/>
          </a:ln>
        </p:spPr>
      </p:sp>
      <p:sp>
        <p:nvSpPr>
          <p:cNvPr id="9" name="Text 7"/>
          <p:cNvSpPr/>
          <p:nvPr/>
        </p:nvSpPr>
        <p:spPr>
          <a:xfrm>
            <a:off x="1285875" y="3903018"/>
            <a:ext cx="1219200" cy="390525"/>
          </a:xfrm>
          <a:prstGeom prst="rect">
            <a:avLst/>
          </a:prstGeom>
          <a:noFill/>
          <a:ln/>
        </p:spPr>
        <p:txBody>
          <a:bodyPr wrap="square" lIns="25400" tIns="25400" rIns="25400" bIns="25400" rtlCol="0" anchor="t">
            <a:normAutofit/>
          </a:bodyPr>
          <a:lstStyle/>
          <a:p>
            <a:pPr algn="l" indent="0" marL="0">
              <a:buNone/>
            </a:pPr>
            <a:r>
              <a:rPr lang="en-US" sz="1950" b="1" dirty="0">
                <a:solidFill>
                  <a:srgbClr val="0F6B5E"/>
                </a:solidFill>
                <a:latin typeface="Noto Sans KR" pitchFamily="34" charset="0"/>
                <a:ea typeface="Noto Sans KR" pitchFamily="34" charset="-122"/>
                <a:cs typeface="Noto Sans KR" pitchFamily="34" charset="-120"/>
              </a:rPr>
              <a:t>브랜치</a:t>
            </a:r>
            <a:endParaRPr lang="en-US" sz="1950" dirty="0"/>
          </a:p>
        </p:txBody>
      </p:sp>
      <p:sp>
        <p:nvSpPr>
          <p:cNvPr id="10" name="Text 8"/>
          <p:cNvSpPr/>
          <p:nvPr/>
        </p:nvSpPr>
        <p:spPr>
          <a:xfrm>
            <a:off x="2619375" y="3903018"/>
            <a:ext cx="6368028" cy="397073"/>
          </a:xfrm>
          <a:prstGeom prst="rect">
            <a:avLst/>
          </a:prstGeom>
          <a:noFill/>
          <a:ln/>
        </p:spPr>
        <p:txBody>
          <a:bodyPr wrap="square" lIns="25400" tIns="25400" rIns="25400" bIns="25400" rtlCol="0" anchor="t">
            <a:normAutofit/>
          </a:bodyPr>
          <a:lstStyle/>
          <a:p>
            <a:pPr algn="l" indent="0" marL="0">
              <a:lnSpc>
                <a:spcPct val="101892"/>
              </a:lnSpc>
              <a:buNone/>
            </a:pPr>
            <a:r>
              <a:rPr lang="en-US" sz="1950" dirty="0">
                <a:solidFill>
                  <a:srgbClr val="3C4654"/>
                </a:solidFill>
                <a:latin typeface="Noto Sans KR" pitchFamily="34" charset="0"/>
                <a:ea typeface="Noto Sans KR" pitchFamily="34" charset="-122"/>
                <a:cs typeface="Noto Sans KR" pitchFamily="34" charset="-120"/>
              </a:rPr>
              <a:t>내 작업용 사본 — 여기서 망가뜨려도 남에게 영향이 없다</a:t>
            </a:r>
            <a:endParaRPr lang="en-US" sz="1950" dirty="0"/>
          </a:p>
        </p:txBody>
      </p:sp>
      <p:sp>
        <p:nvSpPr>
          <p:cNvPr id="11" name="Shape 9"/>
          <p:cNvSpPr/>
          <p:nvPr/>
        </p:nvSpPr>
        <p:spPr>
          <a:xfrm>
            <a:off x="1028700" y="4585841"/>
            <a:ext cx="7953375" cy="759023"/>
          </a:xfrm>
          <a:prstGeom prst="roundRect">
            <a:avLst>
              <a:gd name="adj" fmla="val 7529"/>
            </a:avLst>
          </a:prstGeom>
          <a:solidFill>
            <a:srgbClr val="FFFFFF"/>
          </a:solidFill>
          <a:ln w="9525">
            <a:solidFill>
              <a:srgbClr val="E3DED3"/>
            </a:solidFill>
            <a:prstDash val="solid"/>
          </a:ln>
        </p:spPr>
      </p:sp>
      <p:sp>
        <p:nvSpPr>
          <p:cNvPr id="12" name="Text 10"/>
          <p:cNvSpPr/>
          <p:nvPr/>
        </p:nvSpPr>
        <p:spPr>
          <a:xfrm>
            <a:off x="1285875" y="4785866"/>
            <a:ext cx="1219200" cy="390525"/>
          </a:xfrm>
          <a:prstGeom prst="rect">
            <a:avLst/>
          </a:prstGeom>
          <a:noFill/>
          <a:ln/>
        </p:spPr>
        <p:txBody>
          <a:bodyPr wrap="square" lIns="25400" tIns="25400" rIns="25400" bIns="25400" rtlCol="0" anchor="t">
            <a:normAutofit/>
          </a:bodyPr>
          <a:lstStyle/>
          <a:p>
            <a:pPr algn="l" indent="0" marL="0">
              <a:buNone/>
            </a:pPr>
            <a:r>
              <a:rPr lang="en-US" sz="1950" b="1" dirty="0">
                <a:solidFill>
                  <a:srgbClr val="0F6B5E"/>
                </a:solidFill>
                <a:latin typeface="Noto Sans KR" pitchFamily="34" charset="0"/>
                <a:ea typeface="Noto Sans KR" pitchFamily="34" charset="-122"/>
                <a:cs typeface="Noto Sans KR" pitchFamily="34" charset="-120"/>
              </a:rPr>
              <a:t>커밋</a:t>
            </a:r>
            <a:endParaRPr lang="en-US" sz="1950" dirty="0"/>
          </a:p>
        </p:txBody>
      </p:sp>
      <p:sp>
        <p:nvSpPr>
          <p:cNvPr id="13" name="Text 11"/>
          <p:cNvSpPr/>
          <p:nvPr/>
        </p:nvSpPr>
        <p:spPr>
          <a:xfrm>
            <a:off x="2619375" y="4785866"/>
            <a:ext cx="4323278" cy="397073"/>
          </a:xfrm>
          <a:prstGeom prst="rect">
            <a:avLst/>
          </a:prstGeom>
          <a:noFill/>
          <a:ln/>
        </p:spPr>
        <p:txBody>
          <a:bodyPr wrap="square" lIns="25400" tIns="25400" rIns="25400" bIns="25400" rtlCol="0" anchor="t">
            <a:normAutofit/>
          </a:bodyPr>
          <a:lstStyle/>
          <a:p>
            <a:pPr algn="l" indent="0" marL="0">
              <a:lnSpc>
                <a:spcPct val="101892"/>
              </a:lnSpc>
              <a:buNone/>
            </a:pPr>
            <a:r>
              <a:rPr lang="en-US" sz="1950" dirty="0">
                <a:solidFill>
                  <a:srgbClr val="3C4654"/>
                </a:solidFill>
                <a:latin typeface="Noto Sans KR" pitchFamily="34" charset="0"/>
                <a:ea typeface="Noto Sans KR" pitchFamily="34" charset="-122"/>
                <a:cs typeface="Noto Sans KR" pitchFamily="34" charset="-120"/>
              </a:rPr>
              <a:t>"여기까지 작업했다"고 도장을 찍는 것</a:t>
            </a:r>
            <a:endParaRPr lang="en-US" sz="1950" dirty="0"/>
          </a:p>
        </p:txBody>
      </p:sp>
      <p:sp>
        <p:nvSpPr>
          <p:cNvPr id="14" name="Shape 12"/>
          <p:cNvSpPr/>
          <p:nvPr/>
        </p:nvSpPr>
        <p:spPr>
          <a:xfrm>
            <a:off x="1028700" y="5468689"/>
            <a:ext cx="7953375" cy="759023"/>
          </a:xfrm>
          <a:prstGeom prst="roundRect">
            <a:avLst>
              <a:gd name="adj" fmla="val 7529"/>
            </a:avLst>
          </a:prstGeom>
          <a:solidFill>
            <a:srgbClr val="FFFFFF"/>
          </a:solidFill>
          <a:ln w="9525">
            <a:solidFill>
              <a:srgbClr val="E3DED3"/>
            </a:solidFill>
            <a:prstDash val="solid"/>
          </a:ln>
        </p:spPr>
      </p:sp>
      <p:sp>
        <p:nvSpPr>
          <p:cNvPr id="15" name="Text 13"/>
          <p:cNvSpPr/>
          <p:nvPr/>
        </p:nvSpPr>
        <p:spPr>
          <a:xfrm>
            <a:off x="1285875" y="5668714"/>
            <a:ext cx="1219200" cy="390525"/>
          </a:xfrm>
          <a:prstGeom prst="rect">
            <a:avLst/>
          </a:prstGeom>
          <a:noFill/>
          <a:ln/>
        </p:spPr>
        <p:txBody>
          <a:bodyPr wrap="square" lIns="25400" tIns="25400" rIns="25400" bIns="25400" rtlCol="0" anchor="t">
            <a:normAutofit/>
          </a:bodyPr>
          <a:lstStyle/>
          <a:p>
            <a:pPr algn="l" indent="0" marL="0">
              <a:buNone/>
            </a:pPr>
            <a:r>
              <a:rPr lang="en-US" sz="1950" b="1" dirty="0">
                <a:solidFill>
                  <a:srgbClr val="0F6B5E"/>
                </a:solidFill>
                <a:latin typeface="Noto Sans KR" pitchFamily="34" charset="0"/>
                <a:ea typeface="Noto Sans KR" pitchFamily="34" charset="-122"/>
                <a:cs typeface="Noto Sans KR" pitchFamily="34" charset="-120"/>
              </a:rPr>
              <a:t>병합</a:t>
            </a:r>
            <a:endParaRPr lang="en-US" sz="1950" dirty="0"/>
          </a:p>
        </p:txBody>
      </p:sp>
      <p:sp>
        <p:nvSpPr>
          <p:cNvPr id="16" name="Text 14"/>
          <p:cNvSpPr/>
          <p:nvPr/>
        </p:nvSpPr>
        <p:spPr>
          <a:xfrm>
            <a:off x="2619375" y="5668714"/>
            <a:ext cx="3639622" cy="397073"/>
          </a:xfrm>
          <a:prstGeom prst="rect">
            <a:avLst/>
          </a:prstGeom>
          <a:noFill/>
          <a:ln/>
        </p:spPr>
        <p:txBody>
          <a:bodyPr wrap="square" lIns="25400" tIns="25400" rIns="25400" bIns="25400" rtlCol="0" anchor="t">
            <a:normAutofit/>
          </a:bodyPr>
          <a:lstStyle/>
          <a:p>
            <a:pPr algn="l" indent="0" marL="0">
              <a:lnSpc>
                <a:spcPct val="101892"/>
              </a:lnSpc>
              <a:buNone/>
            </a:pPr>
            <a:r>
              <a:rPr lang="en-US" sz="1950" dirty="0">
                <a:solidFill>
                  <a:srgbClr val="3C4654"/>
                </a:solidFill>
                <a:latin typeface="Noto Sans KR" pitchFamily="34" charset="0"/>
                <a:ea typeface="Noto Sans KR" pitchFamily="34" charset="-122"/>
                <a:cs typeface="Noto Sans KR" pitchFamily="34" charset="-120"/>
              </a:rPr>
              <a:t>내 작업을 공동 폴더에 합치는 것</a:t>
            </a:r>
            <a:endParaRPr lang="en-US" sz="1950" dirty="0"/>
          </a:p>
        </p:txBody>
      </p:sp>
      <p:sp>
        <p:nvSpPr>
          <p:cNvPr id="17" name="Text 15"/>
          <p:cNvSpPr/>
          <p:nvPr/>
        </p:nvSpPr>
        <p:spPr>
          <a:xfrm>
            <a:off x="9305925" y="2362944"/>
            <a:ext cx="8748712"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0F6B5E"/>
                </a:solidFill>
                <a:latin typeface="Noto Sans KR" pitchFamily="34" charset="0"/>
                <a:ea typeface="Noto Sans KR" pitchFamily="34" charset="-122"/>
                <a:cs typeface="Noto Sans KR" pitchFamily="34" charset="-120"/>
              </a:rPr>
              <a:t>실제로 하는 일 — GitHub Desktop 버튼 네 번</a:t>
            </a:r>
            <a:endParaRPr lang="en-US" sz="1800" dirty="0"/>
          </a:p>
        </p:txBody>
      </p:sp>
      <p:sp>
        <p:nvSpPr>
          <p:cNvPr id="18" name="Shape 16"/>
          <p:cNvSpPr/>
          <p:nvPr/>
        </p:nvSpPr>
        <p:spPr>
          <a:xfrm>
            <a:off x="9305925" y="2820144"/>
            <a:ext cx="7953375" cy="2762250"/>
          </a:xfrm>
          <a:prstGeom prst="roundRect">
            <a:avLst>
              <a:gd name="adj" fmla="val 2069"/>
            </a:avLst>
          </a:prstGeom>
          <a:solidFill>
            <a:srgbClr val="16202E"/>
          </a:solidFill>
          <a:ln/>
        </p:spPr>
      </p:sp>
      <p:sp>
        <p:nvSpPr>
          <p:cNvPr id="19" name="Text 17"/>
          <p:cNvSpPr/>
          <p:nvPr/>
        </p:nvSpPr>
        <p:spPr>
          <a:xfrm>
            <a:off x="9572625" y="3048744"/>
            <a:ext cx="8161973" cy="385167"/>
          </a:xfrm>
          <a:prstGeom prst="rect">
            <a:avLst/>
          </a:prstGeom>
          <a:noFill/>
          <a:ln/>
        </p:spPr>
        <p:txBody>
          <a:bodyPr wrap="square" lIns="25400" tIns="25400" rIns="25400" bIns="25400" rtlCol="0" anchor="t">
            <a:normAutofit/>
          </a:bodyPr>
          <a:lstStyle/>
          <a:p>
            <a:pPr algn="l" indent="0" marL="0">
              <a:lnSpc>
                <a:spcPct val="93462"/>
              </a:lnSpc>
              <a:buNone/>
            </a:pPr>
            <a:r>
              <a:rPr lang="en-US" sz="2025" b="1" dirty="0">
                <a:solidFill>
                  <a:srgbClr val="F6F4EF"/>
                </a:solidFill>
                <a:latin typeface="Noto Sans KR" pitchFamily="34" charset="0"/>
                <a:ea typeface="Noto Sans KR" pitchFamily="34" charset="-122"/>
                <a:cs typeface="Noto Sans KR" pitchFamily="34" charset="-120"/>
              </a:rPr>
              <a:t>1. 최신 받기 (Fetch · Pull)</a:t>
            </a:r>
            <a:endParaRPr lang="en-US" sz="2025" dirty="0"/>
          </a:p>
        </p:txBody>
      </p:sp>
      <p:sp>
        <p:nvSpPr>
          <p:cNvPr id="20" name="Text 18"/>
          <p:cNvSpPr/>
          <p:nvPr/>
        </p:nvSpPr>
        <p:spPr>
          <a:xfrm>
            <a:off x="9572625" y="3510111"/>
            <a:ext cx="8161973" cy="385167"/>
          </a:xfrm>
          <a:prstGeom prst="rect">
            <a:avLst/>
          </a:prstGeom>
          <a:noFill/>
          <a:ln/>
        </p:spPr>
        <p:txBody>
          <a:bodyPr wrap="square" lIns="25400" tIns="25400" rIns="25400" bIns="25400" rtlCol="0" anchor="t">
            <a:normAutofit/>
          </a:bodyPr>
          <a:lstStyle/>
          <a:p>
            <a:pPr algn="l" indent="0" marL="0">
              <a:lnSpc>
                <a:spcPct val="93462"/>
              </a:lnSpc>
              <a:buNone/>
            </a:pPr>
            <a:r>
              <a:rPr lang="en-US" sz="2025" b="1" dirty="0">
                <a:solidFill>
                  <a:srgbClr val="F6F4EF"/>
                </a:solidFill>
                <a:latin typeface="Noto Sans KR" pitchFamily="34" charset="0"/>
                <a:ea typeface="Noto Sans KR" pitchFamily="34" charset="-122"/>
                <a:cs typeface="Noto Sans KR" pitchFamily="34" charset="-120"/>
              </a:rPr>
              <a:t>2. 내 브랜치 만들고 그 안에서 고치기</a:t>
            </a:r>
            <a:endParaRPr lang="en-US" sz="2025" dirty="0"/>
          </a:p>
        </p:txBody>
      </p:sp>
      <p:sp>
        <p:nvSpPr>
          <p:cNvPr id="21" name="Text 19"/>
          <p:cNvSpPr/>
          <p:nvPr/>
        </p:nvSpPr>
        <p:spPr>
          <a:xfrm>
            <a:off x="9572625" y="3971479"/>
            <a:ext cx="8161973" cy="385167"/>
          </a:xfrm>
          <a:prstGeom prst="rect">
            <a:avLst/>
          </a:prstGeom>
          <a:noFill/>
          <a:ln/>
        </p:spPr>
        <p:txBody>
          <a:bodyPr wrap="square" lIns="25400" tIns="25400" rIns="25400" bIns="25400" rtlCol="0" anchor="t">
            <a:normAutofit/>
          </a:bodyPr>
          <a:lstStyle/>
          <a:p>
            <a:pPr algn="l" indent="0" marL="0">
              <a:lnSpc>
                <a:spcPct val="93462"/>
              </a:lnSpc>
              <a:buNone/>
            </a:pPr>
            <a:r>
              <a:rPr lang="en-US" sz="2025" b="1" dirty="0">
                <a:solidFill>
                  <a:srgbClr val="F6F4EF"/>
                </a:solidFill>
                <a:latin typeface="Noto Sans KR" pitchFamily="34" charset="0"/>
                <a:ea typeface="Noto Sans KR" pitchFamily="34" charset="-122"/>
                <a:cs typeface="Noto Sans KR" pitchFamily="34" charset="-120"/>
              </a:rPr>
              <a:t>3. 도장 찍기 (Commit) · 올리기 (Push)</a:t>
            </a:r>
            <a:endParaRPr lang="en-US" sz="2025" dirty="0"/>
          </a:p>
        </p:txBody>
      </p:sp>
      <p:sp>
        <p:nvSpPr>
          <p:cNvPr id="22" name="Text 20"/>
          <p:cNvSpPr/>
          <p:nvPr/>
        </p:nvSpPr>
        <p:spPr>
          <a:xfrm>
            <a:off x="9572625" y="4432846"/>
            <a:ext cx="8161973" cy="385167"/>
          </a:xfrm>
          <a:prstGeom prst="rect">
            <a:avLst/>
          </a:prstGeom>
          <a:noFill/>
          <a:ln/>
        </p:spPr>
        <p:txBody>
          <a:bodyPr wrap="square" lIns="25400" tIns="25400" rIns="25400" bIns="25400" rtlCol="0" anchor="t">
            <a:normAutofit/>
          </a:bodyPr>
          <a:lstStyle/>
          <a:p>
            <a:pPr algn="l" indent="0" marL="0">
              <a:lnSpc>
                <a:spcPct val="93462"/>
              </a:lnSpc>
              <a:buNone/>
            </a:pPr>
            <a:r>
              <a:rPr lang="en-US" sz="2025" b="1" dirty="0">
                <a:solidFill>
                  <a:srgbClr val="F6F4EF"/>
                </a:solidFill>
                <a:latin typeface="Noto Sans KR" pitchFamily="34" charset="0"/>
                <a:ea typeface="Noto Sans KR" pitchFamily="34" charset="-122"/>
                <a:cs typeface="Noto Sans KR" pitchFamily="34" charset="-120"/>
              </a:rPr>
              <a:t>4. 검토 요청 (Pull Request)</a:t>
            </a:r>
            <a:endParaRPr lang="en-US" sz="2025" dirty="0"/>
          </a:p>
        </p:txBody>
      </p:sp>
      <p:sp>
        <p:nvSpPr>
          <p:cNvPr id="23" name="Shape 21"/>
          <p:cNvSpPr/>
          <p:nvPr/>
        </p:nvSpPr>
        <p:spPr>
          <a:xfrm>
            <a:off x="9572625" y="4894213"/>
            <a:ext cx="7419975" cy="9525"/>
          </a:xfrm>
          <a:prstGeom prst="rect">
            <a:avLst/>
          </a:prstGeom>
          <a:solidFill>
            <a:srgbClr val="33404F"/>
          </a:solidFill>
          <a:ln/>
        </p:spPr>
      </p:sp>
      <p:sp>
        <p:nvSpPr>
          <p:cNvPr id="24" name="Text 22"/>
          <p:cNvSpPr/>
          <p:nvPr/>
        </p:nvSpPr>
        <p:spPr>
          <a:xfrm>
            <a:off x="9572625" y="5008513"/>
            <a:ext cx="7642574" cy="383381"/>
          </a:xfrm>
          <a:prstGeom prst="rect">
            <a:avLst/>
          </a:prstGeom>
          <a:noFill/>
          <a:ln/>
        </p:spPr>
        <p:txBody>
          <a:bodyPr wrap="square" lIns="25400" tIns="25400" rIns="25400" bIns="25400" rtlCol="0" anchor="t">
            <a:normAutofit/>
          </a:bodyPr>
          <a:lstStyle/>
          <a:p>
            <a:pPr algn="l" indent="0" marL="0">
              <a:lnSpc>
                <a:spcPct val="100694"/>
              </a:lnSpc>
              <a:buNone/>
            </a:pPr>
            <a:r>
              <a:rPr lang="en-US" sz="1875" dirty="0">
                <a:solidFill>
                  <a:srgbClr val="8FA0B1"/>
                </a:solidFill>
                <a:latin typeface="Noto Sans KR" pitchFamily="34" charset="0"/>
                <a:ea typeface="Noto Sans KR" pitchFamily="34" charset="-122"/>
                <a:cs typeface="Noto Sans KR" pitchFamily="34" charset="-120"/>
              </a:rPr>
              <a:t>명령어를 외울 필요 없다 — 전부 버튼이다</a:t>
            </a:r>
            <a:endParaRPr lang="en-US" sz="1875" dirty="0"/>
          </a:p>
        </p:txBody>
      </p:sp>
      <p:sp>
        <p:nvSpPr>
          <p:cNvPr id="25" name="Shape 23"/>
          <p:cNvSpPr/>
          <p:nvPr/>
        </p:nvSpPr>
        <p:spPr>
          <a:xfrm>
            <a:off x="9305925" y="5706219"/>
            <a:ext cx="7953375" cy="1600200"/>
          </a:xfrm>
          <a:prstGeom prst="roundRect">
            <a:avLst>
              <a:gd name="adj" fmla="val 3571"/>
            </a:avLst>
          </a:prstGeom>
          <a:solidFill>
            <a:srgbClr val="FFFFFF"/>
          </a:solidFill>
          <a:ln w="9525">
            <a:solidFill>
              <a:srgbClr val="E1B9B1"/>
            </a:solidFill>
            <a:prstDash val="solid"/>
          </a:ln>
        </p:spPr>
      </p:sp>
      <p:sp>
        <p:nvSpPr>
          <p:cNvPr id="26" name="Text 24"/>
          <p:cNvSpPr/>
          <p:nvPr/>
        </p:nvSpPr>
        <p:spPr>
          <a:xfrm>
            <a:off x="9582150" y="5925294"/>
            <a:ext cx="8141017"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A4402E"/>
                </a:solidFill>
                <a:latin typeface="Noto Sans KR" pitchFamily="34" charset="0"/>
                <a:ea typeface="Noto Sans KR" pitchFamily="34" charset="-122"/>
                <a:cs typeface="Noto Sans KR" pitchFamily="34" charset="-120"/>
              </a:rPr>
              <a:t>사고 예방 세 줄</a:t>
            </a:r>
            <a:endParaRPr lang="en-US" sz="1800" dirty="0"/>
          </a:p>
        </p:txBody>
      </p:sp>
      <p:sp>
        <p:nvSpPr>
          <p:cNvPr id="27" name="Text 25"/>
          <p:cNvSpPr/>
          <p:nvPr/>
        </p:nvSpPr>
        <p:spPr>
          <a:xfrm>
            <a:off x="9582150" y="6344394"/>
            <a:ext cx="7622953" cy="781050"/>
          </a:xfrm>
          <a:prstGeom prst="rect">
            <a:avLst/>
          </a:prstGeom>
          <a:noFill/>
          <a:ln/>
        </p:spPr>
        <p:txBody>
          <a:bodyPr wrap="square" lIns="25400" tIns="25400" rIns="25400" bIns="25400" rtlCol="0" anchor="t">
            <a:normAutofit/>
          </a:bodyPr>
          <a:lstStyle/>
          <a:p>
            <a:pPr algn="l" indent="0" marL="0">
              <a:lnSpc>
                <a:spcPct val="105405"/>
              </a:lnSpc>
              <a:buNone/>
            </a:pPr>
            <a:r>
              <a:rPr lang="en-US" sz="1950" dirty="0">
                <a:solidFill>
                  <a:srgbClr val="3C4654"/>
                </a:solidFill>
                <a:latin typeface="Noto Sans KR" pitchFamily="34" charset="0"/>
                <a:ea typeface="Noto Sans KR" pitchFamily="34" charset="-122"/>
                <a:cs typeface="Noto Sans KR" pitchFamily="34" charset="-120"/>
              </a:rPr>
              <a:t>main은 직접 고치지 않는다 · 남의 담당 파일은 고치지 말고 요청한다 · </a:t>
            </a:r>
            <a:pPr algn="l" indent="0" marL="0">
              <a:lnSpc>
                <a:spcPct val="105405"/>
              </a:lnSpc>
              <a:buNone/>
            </a:pPr>
            <a:r>
              <a:rPr lang="en-US" sz="1950" b="1" dirty="0">
                <a:solidFill>
                  <a:srgbClr val="A4402E"/>
                </a:solidFill>
                <a:latin typeface="Noto Sans KR" pitchFamily="34" charset="0"/>
                <a:ea typeface="Noto Sans KR" pitchFamily="34" charset="-122"/>
                <a:cs typeface="Noto Sans KR" pitchFamily="34" charset="-120"/>
              </a:rPr>
              <a:t>충돌이 나면 혼자 풀지 말고 통합 담당에게 넘긴다</a:t>
            </a:r>
            <a:endParaRPr lang="en-US" sz="1950" dirty="0"/>
          </a:p>
        </p:txBody>
      </p:sp>
      <p:sp>
        <p:nvSpPr>
          <p:cNvPr id="28" name="Shape 26"/>
          <p:cNvSpPr/>
          <p:nvPr/>
        </p:nvSpPr>
        <p:spPr>
          <a:xfrm>
            <a:off x="1028700" y="7630269"/>
            <a:ext cx="16230600" cy="752475"/>
          </a:xfrm>
          <a:prstGeom prst="roundRect">
            <a:avLst>
              <a:gd name="adj" fmla="val 7595"/>
            </a:avLst>
          </a:prstGeom>
          <a:solidFill>
            <a:srgbClr val="EDE9E0"/>
          </a:solidFill>
          <a:ln/>
        </p:spPr>
      </p:sp>
      <p:sp>
        <p:nvSpPr>
          <p:cNvPr id="29" name="Text 27"/>
          <p:cNvSpPr/>
          <p:nvPr/>
        </p:nvSpPr>
        <p:spPr>
          <a:xfrm>
            <a:off x="1295400" y="7820769"/>
            <a:ext cx="16184118" cy="409575"/>
          </a:xfrm>
          <a:prstGeom prst="rect">
            <a:avLst/>
          </a:prstGeom>
          <a:noFill/>
          <a:ln/>
        </p:spPr>
        <p:txBody>
          <a:bodyPr wrap="square" lIns="25400" tIns="25400" rIns="25400" bIns="25400" rtlCol="0" anchor="t">
            <a:normAutofit/>
          </a:bodyPr>
          <a:lstStyle/>
          <a:p>
            <a:pPr algn="l" indent="0" marL="0">
              <a:lnSpc>
                <a:spcPct val="105405"/>
              </a:lnSpc>
              <a:buNone/>
            </a:pPr>
            <a:r>
              <a:rPr lang="en-US" sz="1950" dirty="0">
                <a:solidFill>
                  <a:srgbClr val="3C4654"/>
                </a:solidFill>
                <a:highlight>
                  <a:srgbClr val="EDE9E0"/>
                </a:highlight>
                <a:latin typeface="Noto Sans KR" pitchFamily="34" charset="0"/>
                <a:ea typeface="Noto Sans KR" pitchFamily="34" charset="-122"/>
                <a:cs typeface="Noto Sans KR" pitchFamily="34" charset="-120"/>
              </a:rPr>
              <a:t>충돌은 </a:t>
            </a:r>
            <a:pPr algn="l" indent="0" marL="0">
              <a:lnSpc>
                <a:spcPct val="105405"/>
              </a:lnSpc>
              <a:buNone/>
            </a:pPr>
            <a:r>
              <a:rPr lang="en-US" sz="1950" b="1" dirty="0">
                <a:solidFill>
                  <a:srgbClr val="16202E"/>
                </a:solidFill>
                <a:latin typeface="Noto Sans KR" pitchFamily="34" charset="0"/>
                <a:ea typeface="Noto Sans KR" pitchFamily="34" charset="-122"/>
                <a:cs typeface="Noto Sans KR" pitchFamily="34" charset="-120"/>
              </a:rPr>
              <a:t>두 사람이 같은 파일의 같은 줄을 동시에 고쳤을 때만 </a:t>
            </a:r>
            <a:pPr algn="l" indent="0" marL="0">
              <a:lnSpc>
                <a:spcPct val="105405"/>
              </a:lnSpc>
              <a:buNone/>
            </a:pPr>
            <a:r>
              <a:rPr lang="en-US" sz="1950" dirty="0">
                <a:solidFill>
                  <a:srgbClr val="3C4654"/>
                </a:solidFill>
                <a:highlight>
                  <a:srgbClr val="EDE9E0"/>
                </a:highlight>
                <a:latin typeface="Noto Sans KR" pitchFamily="34" charset="0"/>
                <a:ea typeface="Noto Sans KR" pitchFamily="34" charset="-122"/>
                <a:cs typeface="Noto Sans KR" pitchFamily="34" charset="-120"/>
              </a:rPr>
              <a:t>생긴다 — 담당 파일을 나눠 두었으니 거의 나지 않는다</a:t>
            </a:r>
            <a:endParaRPr lang="en-US" sz="1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1028700" y="838200"/>
            <a:ext cx="17853660" cy="390525"/>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0F6B5E"/>
                </a:solidFill>
                <a:latin typeface="Noto Sans KR" pitchFamily="34" charset="0"/>
                <a:ea typeface="Noto Sans KR" pitchFamily="34" charset="-122"/>
                <a:cs typeface="Noto Sans KR" pitchFamily="34" charset="-120"/>
              </a:rPr>
              <a:t>⑧ AI 코딩 도구 — 요청서 네 칸</a:t>
            </a:r>
            <a:endParaRPr lang="en-US" sz="1950" dirty="0"/>
          </a:p>
        </p:txBody>
      </p:sp>
      <p:sp>
        <p:nvSpPr>
          <p:cNvPr id="3" name="Text 1"/>
          <p:cNvSpPr/>
          <p:nvPr/>
        </p:nvSpPr>
        <p:spPr>
          <a:xfrm>
            <a:off x="1028700" y="1343025"/>
            <a:ext cx="16973550" cy="734169"/>
          </a:xfrm>
          <a:prstGeom prst="rect">
            <a:avLst/>
          </a:prstGeom>
          <a:noFill/>
          <a:ln/>
        </p:spPr>
        <p:txBody>
          <a:bodyPr wrap="square" lIns="25400" tIns="25400" rIns="25400" bIns="25400" rtlCol="0" anchor="t">
            <a:normAutofit/>
          </a:bodyPr>
          <a:lstStyle/>
          <a:p>
            <a:pPr algn="l" indent="0" marL="0">
              <a:lnSpc>
                <a:spcPct val="87000"/>
              </a:lnSpc>
              <a:buNone/>
            </a:pPr>
            <a:r>
              <a:rPr lang="en-US" sz="4350" b="1" spc="-43" kern="0" dirty="0">
                <a:solidFill>
                  <a:srgbClr val="16202E"/>
                </a:solidFill>
                <a:latin typeface="Noto Sans KR" pitchFamily="34" charset="0"/>
                <a:ea typeface="Noto Sans KR" pitchFamily="34" charset="-122"/>
                <a:cs typeface="Noto Sans KR" pitchFamily="34" charset="-120"/>
              </a:rPr>
              <a:t>범위를 정해주지 않으면 AI가 옆 파일까지 고쳐놓는다</a:t>
            </a:r>
            <a:endParaRPr lang="en-US" sz="4350" dirty="0"/>
          </a:p>
        </p:txBody>
      </p:sp>
      <p:sp>
        <p:nvSpPr>
          <p:cNvPr id="4" name="Shape 2"/>
          <p:cNvSpPr/>
          <p:nvPr/>
        </p:nvSpPr>
        <p:spPr>
          <a:xfrm>
            <a:off x="1028700" y="2381994"/>
            <a:ext cx="6983313" cy="1685925"/>
          </a:xfrm>
          <a:prstGeom prst="roundRect">
            <a:avLst>
              <a:gd name="adj" fmla="val 3390"/>
            </a:avLst>
          </a:prstGeom>
          <a:solidFill>
            <a:srgbClr val="FFFFFF"/>
          </a:solidFill>
          <a:ln w="9525">
            <a:solidFill>
              <a:srgbClr val="E1B9B1"/>
            </a:solidFill>
            <a:prstDash val="solid"/>
          </a:ln>
        </p:spPr>
      </p:sp>
      <p:sp>
        <p:nvSpPr>
          <p:cNvPr id="5" name="Text 3"/>
          <p:cNvSpPr/>
          <p:nvPr/>
        </p:nvSpPr>
        <p:spPr>
          <a:xfrm>
            <a:off x="1304925" y="2620119"/>
            <a:ext cx="7073950"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A4402E"/>
                </a:solidFill>
                <a:latin typeface="Noto Sans KR" pitchFamily="34" charset="0"/>
                <a:ea typeface="Noto Sans KR" pitchFamily="34" charset="-122"/>
                <a:cs typeface="Noto Sans KR" pitchFamily="34" charset="-120"/>
              </a:rPr>
              <a:t>가장 흔한 사고</a:t>
            </a:r>
            <a:endParaRPr lang="en-US" sz="1800" dirty="0"/>
          </a:p>
        </p:txBody>
      </p:sp>
      <p:sp>
        <p:nvSpPr>
          <p:cNvPr id="6" name="Text 4"/>
          <p:cNvSpPr/>
          <p:nvPr/>
        </p:nvSpPr>
        <p:spPr>
          <a:xfrm>
            <a:off x="1304925" y="3058269"/>
            <a:ext cx="6623789" cy="809625"/>
          </a:xfrm>
          <a:prstGeom prst="rect">
            <a:avLst/>
          </a:prstGeom>
          <a:noFill/>
          <a:ln/>
        </p:spPr>
        <p:txBody>
          <a:bodyPr wrap="square" lIns="25400" tIns="25400" rIns="25400" bIns="25400" rtlCol="0" anchor="t">
            <a:normAutofit/>
          </a:bodyPr>
          <a:lstStyle/>
          <a:p>
            <a:pPr algn="l" indent="0" marL="0">
              <a:lnSpc>
                <a:spcPct val="103846"/>
              </a:lnSpc>
              <a:buNone/>
            </a:pPr>
            <a:r>
              <a:rPr lang="en-US" sz="2025" dirty="0">
                <a:solidFill>
                  <a:srgbClr val="3C4654"/>
                </a:solidFill>
                <a:latin typeface="Noto Sans KR" pitchFamily="34" charset="0"/>
                <a:ea typeface="Noto Sans KR" pitchFamily="34" charset="-122"/>
                <a:cs typeface="Noto Sans KR" pitchFamily="34" charset="-120"/>
              </a:rPr>
              <a:t>범위를 안 정해줘서 AI가 다른 파일까지 수정 → 다른 사람 작업과 충돌하거나, 잘 돌던 것이 갑자기 안 된다</a:t>
            </a:r>
            <a:endParaRPr lang="en-US" sz="2025" dirty="0"/>
          </a:p>
        </p:txBody>
      </p:sp>
      <p:sp>
        <p:nvSpPr>
          <p:cNvPr id="7" name="Shape 5"/>
          <p:cNvSpPr/>
          <p:nvPr/>
        </p:nvSpPr>
        <p:spPr>
          <a:xfrm>
            <a:off x="1028700" y="4201269"/>
            <a:ext cx="6983313" cy="2082998"/>
          </a:xfrm>
          <a:prstGeom prst="roundRect">
            <a:avLst>
              <a:gd name="adj" fmla="val 2744"/>
            </a:avLst>
          </a:prstGeom>
          <a:solidFill>
            <a:srgbClr val="16202E"/>
          </a:solidFill>
          <a:ln/>
        </p:spPr>
      </p:sp>
      <p:sp>
        <p:nvSpPr>
          <p:cNvPr id="8" name="Text 6"/>
          <p:cNvSpPr/>
          <p:nvPr/>
        </p:nvSpPr>
        <p:spPr>
          <a:xfrm>
            <a:off x="1295400" y="4429869"/>
            <a:ext cx="7094905"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6FC3B2"/>
                </a:solidFill>
                <a:latin typeface="Noto Sans KR" pitchFamily="34" charset="0"/>
                <a:ea typeface="Noto Sans KR" pitchFamily="34" charset="-122"/>
                <a:cs typeface="Noto Sans KR" pitchFamily="34" charset="-120"/>
              </a:rPr>
              <a:t>반드시 채우는 네 칸</a:t>
            </a:r>
            <a:endParaRPr lang="en-US" sz="1800" dirty="0"/>
          </a:p>
        </p:txBody>
      </p:sp>
      <p:sp>
        <p:nvSpPr>
          <p:cNvPr id="9" name="Text 7"/>
          <p:cNvSpPr/>
          <p:nvPr/>
        </p:nvSpPr>
        <p:spPr>
          <a:xfrm>
            <a:off x="1295400" y="4877544"/>
            <a:ext cx="7094905" cy="411361"/>
          </a:xfrm>
          <a:prstGeom prst="rect">
            <a:avLst/>
          </a:prstGeom>
          <a:noFill/>
          <a:ln/>
        </p:spPr>
        <p:txBody>
          <a:bodyPr wrap="square" lIns="25400" tIns="25400" rIns="25400" bIns="25400" rtlCol="0" anchor="t">
            <a:normAutofit/>
          </a:bodyPr>
          <a:lstStyle/>
          <a:p>
            <a:pPr algn="l" indent="0" marL="0">
              <a:lnSpc>
                <a:spcPct val="98000"/>
              </a:lnSpc>
              <a:buNone/>
            </a:pPr>
            <a:r>
              <a:rPr lang="en-US" sz="2100" b="1" dirty="0">
                <a:solidFill>
                  <a:srgbClr val="F6F4EF"/>
                </a:solidFill>
                <a:latin typeface="Noto Sans KR" pitchFamily="34" charset="0"/>
                <a:ea typeface="Noto Sans KR" pitchFamily="34" charset="-122"/>
                <a:cs typeface="Noto Sans KR" pitchFamily="34" charset="-120"/>
              </a:rPr>
              <a:t>입력 · 출력 · 수정 범위 · 통과 조건</a:t>
            </a:r>
            <a:endParaRPr lang="en-US" sz="2100" dirty="0"/>
          </a:p>
        </p:txBody>
      </p:sp>
      <p:sp>
        <p:nvSpPr>
          <p:cNvPr id="10" name="Text 8"/>
          <p:cNvSpPr/>
          <p:nvPr/>
        </p:nvSpPr>
        <p:spPr>
          <a:xfrm>
            <a:off x="1295400" y="5365105"/>
            <a:ext cx="6643411" cy="728663"/>
          </a:xfrm>
          <a:prstGeom prst="rect">
            <a:avLst/>
          </a:prstGeom>
          <a:noFill/>
          <a:ln/>
        </p:spPr>
        <p:txBody>
          <a:bodyPr wrap="square" lIns="25400" tIns="25400" rIns="25400" bIns="25400" rtlCol="0" anchor="t">
            <a:normAutofit/>
          </a:bodyPr>
          <a:lstStyle/>
          <a:p>
            <a:pPr algn="l" indent="0" marL="0">
              <a:lnSpc>
                <a:spcPct val="100694"/>
              </a:lnSpc>
              <a:buNone/>
            </a:pPr>
            <a:r>
              <a:rPr lang="en-US" sz="1875" dirty="0">
                <a:solidFill>
                  <a:srgbClr val="C6CEDA"/>
                </a:solidFill>
                <a:latin typeface="Noto Sans KR" pitchFamily="34" charset="0"/>
                <a:ea typeface="Noto Sans KR" pitchFamily="34" charset="-122"/>
                <a:cs typeface="Noto Sans KR" pitchFamily="34" charset="-120"/>
              </a:rPr>
              <a:t>특히 </a:t>
            </a:r>
            <a:pPr algn="l" indent="0" marL="0">
              <a:lnSpc>
                <a:spcPct val="100694"/>
              </a:lnSpc>
              <a:buNone/>
            </a:pPr>
            <a:r>
              <a:rPr lang="en-US" sz="1875" b="1" dirty="0">
                <a:solidFill>
                  <a:srgbClr val="6FC3B2"/>
                </a:solidFill>
                <a:latin typeface="Noto Sans KR" pitchFamily="34" charset="0"/>
                <a:ea typeface="Noto Sans KR" pitchFamily="34" charset="-122"/>
                <a:cs typeface="Noto Sans KR" pitchFamily="34" charset="-120"/>
              </a:rPr>
              <a:t>수정 범위는 파일 이름으로</a:t>
            </a:r>
            <a:pPr algn="l" indent="0" marL="0">
              <a:lnSpc>
                <a:spcPct val="100694"/>
              </a:lnSpc>
              <a:buNone/>
            </a:pPr>
            <a:r>
              <a:rPr lang="en-US" sz="1875" dirty="0">
                <a:solidFill>
                  <a:srgbClr val="C6CEDA"/>
                </a:solidFill>
                <a:latin typeface="Noto Sans KR" pitchFamily="34" charset="0"/>
                <a:ea typeface="Noto Sans KR" pitchFamily="34" charset="-122"/>
                <a:cs typeface="Noto Sans KR" pitchFamily="34" charset="-120"/>
              </a:rPr>
              <a:t>, </a:t>
            </a:r>
            <a:pPr algn="l" indent="0" marL="0">
              <a:lnSpc>
                <a:spcPct val="100694"/>
              </a:lnSpc>
              <a:buNone/>
            </a:pPr>
            <a:r>
              <a:rPr lang="en-US" sz="1875" b="1" dirty="0">
                <a:solidFill>
                  <a:srgbClr val="6FC3B2"/>
                </a:solidFill>
                <a:latin typeface="Noto Sans KR" pitchFamily="34" charset="0"/>
                <a:ea typeface="Noto Sans KR" pitchFamily="34" charset="-122"/>
                <a:cs typeface="Noto Sans KR" pitchFamily="34" charset="-120"/>
              </a:rPr>
              <a:t>통과 조건은 확인 가능한 문장으로</a:t>
            </a:r>
            <a:endParaRPr lang="en-US" sz="1875" dirty="0"/>
          </a:p>
        </p:txBody>
      </p:sp>
      <p:sp>
        <p:nvSpPr>
          <p:cNvPr id="11" name="Shape 9"/>
          <p:cNvSpPr/>
          <p:nvPr/>
        </p:nvSpPr>
        <p:spPr>
          <a:xfrm>
            <a:off x="8335863" y="2381994"/>
            <a:ext cx="8923437" cy="4331494"/>
          </a:xfrm>
          <a:prstGeom prst="roundRect">
            <a:avLst>
              <a:gd name="adj" fmla="val 1319"/>
            </a:avLst>
          </a:prstGeom>
          <a:solidFill>
            <a:srgbClr val="FFFFFF"/>
          </a:solidFill>
          <a:ln w="9525">
            <a:solidFill>
              <a:srgbClr val="E3DED3"/>
            </a:solidFill>
            <a:prstDash val="solid"/>
          </a:ln>
        </p:spPr>
      </p:sp>
      <p:sp>
        <p:nvSpPr>
          <p:cNvPr id="12" name="Text 10"/>
          <p:cNvSpPr/>
          <p:nvPr/>
        </p:nvSpPr>
        <p:spPr>
          <a:xfrm>
            <a:off x="8631138" y="2639169"/>
            <a:ext cx="9166175"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0F6B5E"/>
                </a:solidFill>
                <a:latin typeface="Noto Sans KR" pitchFamily="34" charset="0"/>
                <a:ea typeface="Noto Sans KR" pitchFamily="34" charset="-122"/>
                <a:cs typeface="Noto Sans KR" pitchFamily="34" charset="-120"/>
              </a:rPr>
              <a:t>실제 요청 예시</a:t>
            </a:r>
            <a:endParaRPr lang="en-US" sz="1800" dirty="0"/>
          </a:p>
        </p:txBody>
      </p:sp>
      <p:sp>
        <p:nvSpPr>
          <p:cNvPr id="13" name="Shape 11"/>
          <p:cNvSpPr/>
          <p:nvPr/>
        </p:nvSpPr>
        <p:spPr>
          <a:xfrm>
            <a:off x="8631138" y="3560118"/>
            <a:ext cx="8332887" cy="9525"/>
          </a:xfrm>
          <a:prstGeom prst="rect">
            <a:avLst/>
          </a:prstGeom>
          <a:solidFill>
            <a:srgbClr val="DCD7CC"/>
          </a:solidFill>
          <a:ln/>
        </p:spPr>
      </p:sp>
      <p:sp>
        <p:nvSpPr>
          <p:cNvPr id="14" name="Text 12"/>
          <p:cNvSpPr/>
          <p:nvPr/>
        </p:nvSpPr>
        <p:spPr>
          <a:xfrm>
            <a:off x="8631138" y="3096369"/>
            <a:ext cx="1362075" cy="390525"/>
          </a:xfrm>
          <a:prstGeom prst="rect">
            <a:avLst/>
          </a:prstGeom>
          <a:noFill/>
          <a:ln/>
        </p:spPr>
        <p:txBody>
          <a:bodyPr wrap="square" lIns="25400" tIns="25400" rIns="25400" bIns="25400" rtlCol="0" anchor="t">
            <a:normAutofit/>
          </a:bodyPr>
          <a:lstStyle/>
          <a:p>
            <a:pPr algn="l" indent="0" marL="0">
              <a:buNone/>
            </a:pPr>
            <a:r>
              <a:rPr lang="en-US" sz="1950" b="1" dirty="0">
                <a:solidFill>
                  <a:srgbClr val="0F6B5E"/>
                </a:solidFill>
                <a:latin typeface="Noto Sans KR" pitchFamily="34" charset="0"/>
                <a:ea typeface="Noto Sans KR" pitchFamily="34" charset="-122"/>
                <a:cs typeface="Noto Sans KR" pitchFamily="34" charset="-120"/>
              </a:rPr>
              <a:t>입력</a:t>
            </a:r>
            <a:endParaRPr lang="en-US" sz="1950" dirty="0"/>
          </a:p>
        </p:txBody>
      </p:sp>
      <p:sp>
        <p:nvSpPr>
          <p:cNvPr id="15" name="Text 13"/>
          <p:cNvSpPr/>
          <p:nvPr/>
        </p:nvSpPr>
        <p:spPr>
          <a:xfrm>
            <a:off x="10059888" y="3096369"/>
            <a:ext cx="4755803" cy="397073"/>
          </a:xfrm>
          <a:prstGeom prst="rect">
            <a:avLst/>
          </a:prstGeom>
          <a:noFill/>
          <a:ln/>
        </p:spPr>
        <p:txBody>
          <a:bodyPr wrap="square" lIns="25400" tIns="25400" rIns="25400" bIns="25400" rtlCol="0" anchor="t">
            <a:normAutofit/>
          </a:bodyPr>
          <a:lstStyle/>
          <a:p>
            <a:pPr algn="l" indent="0" marL="0">
              <a:lnSpc>
                <a:spcPct val="101892"/>
              </a:lnSpc>
              <a:buNone/>
            </a:pPr>
            <a:r>
              <a:rPr lang="en-US" sz="1950" dirty="0">
                <a:solidFill>
                  <a:srgbClr val="3C4654"/>
                </a:solidFill>
                <a:latin typeface="Noto Sans KR" pitchFamily="34" charset="0"/>
                <a:ea typeface="Noto Sans KR" pitchFamily="34" charset="-122"/>
                <a:cs typeface="Noto Sans KR" pitchFamily="34" charset="-120"/>
              </a:rPr>
              <a:t>dev 데이터 한 건의 문서 묶음과 등록 정보</a:t>
            </a:r>
            <a:endParaRPr lang="en-US" sz="1950" dirty="0"/>
          </a:p>
        </p:txBody>
      </p:sp>
      <p:sp>
        <p:nvSpPr>
          <p:cNvPr id="16" name="Shape 14"/>
          <p:cNvSpPr/>
          <p:nvPr/>
        </p:nvSpPr>
        <p:spPr>
          <a:xfrm>
            <a:off x="8631138" y="4157216"/>
            <a:ext cx="8332887" cy="9525"/>
          </a:xfrm>
          <a:prstGeom prst="rect">
            <a:avLst/>
          </a:prstGeom>
          <a:solidFill>
            <a:srgbClr val="DCD7CC"/>
          </a:solidFill>
          <a:ln/>
        </p:spPr>
      </p:sp>
      <p:sp>
        <p:nvSpPr>
          <p:cNvPr id="17" name="Text 15"/>
          <p:cNvSpPr/>
          <p:nvPr/>
        </p:nvSpPr>
        <p:spPr>
          <a:xfrm>
            <a:off x="8631138" y="3693468"/>
            <a:ext cx="1362075" cy="390525"/>
          </a:xfrm>
          <a:prstGeom prst="rect">
            <a:avLst/>
          </a:prstGeom>
          <a:noFill/>
          <a:ln/>
        </p:spPr>
        <p:txBody>
          <a:bodyPr wrap="square" lIns="25400" tIns="25400" rIns="25400" bIns="25400" rtlCol="0" anchor="t">
            <a:normAutofit/>
          </a:bodyPr>
          <a:lstStyle/>
          <a:p>
            <a:pPr algn="l" indent="0" marL="0">
              <a:buNone/>
            </a:pPr>
            <a:r>
              <a:rPr lang="en-US" sz="1950" b="1" dirty="0">
                <a:solidFill>
                  <a:srgbClr val="0F6B5E"/>
                </a:solidFill>
                <a:latin typeface="Noto Sans KR" pitchFamily="34" charset="0"/>
                <a:ea typeface="Noto Sans KR" pitchFamily="34" charset="-122"/>
                <a:cs typeface="Noto Sans KR" pitchFamily="34" charset="-120"/>
              </a:rPr>
              <a:t>출력</a:t>
            </a:r>
            <a:endParaRPr lang="en-US" sz="1950" dirty="0"/>
          </a:p>
        </p:txBody>
      </p:sp>
      <p:sp>
        <p:nvSpPr>
          <p:cNvPr id="18" name="Text 16"/>
          <p:cNvSpPr/>
          <p:nvPr/>
        </p:nvSpPr>
        <p:spPr>
          <a:xfrm>
            <a:off x="10059888" y="3693468"/>
            <a:ext cx="4391382" cy="397073"/>
          </a:xfrm>
          <a:prstGeom prst="rect">
            <a:avLst/>
          </a:prstGeom>
          <a:noFill/>
          <a:ln/>
        </p:spPr>
        <p:txBody>
          <a:bodyPr wrap="square" lIns="25400" tIns="25400" rIns="25400" bIns="25400" rtlCol="0" anchor="t">
            <a:normAutofit/>
          </a:bodyPr>
          <a:lstStyle/>
          <a:p>
            <a:pPr algn="l" indent="0" marL="0">
              <a:lnSpc>
                <a:spcPct val="101892"/>
              </a:lnSpc>
              <a:buNone/>
            </a:pPr>
            <a:r>
              <a:rPr lang="en-US" sz="1950" dirty="0">
                <a:solidFill>
                  <a:srgbClr val="3C4654"/>
                </a:solidFill>
                <a:latin typeface="Noto Sans KR" pitchFamily="34" charset="0"/>
                <a:ea typeface="Noto Sans KR" pitchFamily="34" charset="-122"/>
                <a:cs typeface="Noto Sans KR" pitchFamily="34" charset="-120"/>
              </a:rPr>
              <a:t>프롬프트에 넣을 문서 텍스트 한 덩어리</a:t>
            </a:r>
            <a:endParaRPr lang="en-US" sz="1950" dirty="0"/>
          </a:p>
        </p:txBody>
      </p:sp>
      <p:sp>
        <p:nvSpPr>
          <p:cNvPr id="19" name="Shape 17"/>
          <p:cNvSpPr/>
          <p:nvPr/>
        </p:nvSpPr>
        <p:spPr>
          <a:xfrm>
            <a:off x="8631138" y="4754314"/>
            <a:ext cx="8332887" cy="9525"/>
          </a:xfrm>
          <a:prstGeom prst="rect">
            <a:avLst/>
          </a:prstGeom>
          <a:solidFill>
            <a:srgbClr val="DCD7CC"/>
          </a:solidFill>
          <a:ln/>
        </p:spPr>
      </p:sp>
      <p:sp>
        <p:nvSpPr>
          <p:cNvPr id="20" name="Text 18"/>
          <p:cNvSpPr/>
          <p:nvPr/>
        </p:nvSpPr>
        <p:spPr>
          <a:xfrm>
            <a:off x="8631138" y="4290566"/>
            <a:ext cx="1362075" cy="390525"/>
          </a:xfrm>
          <a:prstGeom prst="rect">
            <a:avLst/>
          </a:prstGeom>
          <a:noFill/>
          <a:ln/>
        </p:spPr>
        <p:txBody>
          <a:bodyPr wrap="square" lIns="25400" tIns="25400" rIns="25400" bIns="25400" rtlCol="0" anchor="t">
            <a:normAutofit/>
          </a:bodyPr>
          <a:lstStyle/>
          <a:p>
            <a:pPr algn="l" indent="0" marL="0">
              <a:buNone/>
            </a:pPr>
            <a:r>
              <a:rPr lang="en-US" sz="1950" b="1" dirty="0">
                <a:solidFill>
                  <a:srgbClr val="A4402E"/>
                </a:solidFill>
                <a:latin typeface="Noto Sans KR" pitchFamily="34" charset="0"/>
                <a:ea typeface="Noto Sans KR" pitchFamily="34" charset="-122"/>
                <a:cs typeface="Noto Sans KR" pitchFamily="34" charset="-120"/>
              </a:rPr>
              <a:t>수정 범위</a:t>
            </a:r>
            <a:endParaRPr lang="en-US" sz="1950" dirty="0"/>
          </a:p>
        </p:txBody>
      </p:sp>
      <p:sp>
        <p:nvSpPr>
          <p:cNvPr id="21" name="Text 19"/>
          <p:cNvSpPr/>
          <p:nvPr/>
        </p:nvSpPr>
        <p:spPr>
          <a:xfrm>
            <a:off x="10059888" y="4290566"/>
            <a:ext cx="4604206" cy="397073"/>
          </a:xfrm>
          <a:prstGeom prst="rect">
            <a:avLst/>
          </a:prstGeom>
          <a:noFill/>
          <a:ln/>
        </p:spPr>
        <p:txBody>
          <a:bodyPr wrap="square" lIns="25400" tIns="25400" rIns="25400" bIns="25400" rtlCol="0" anchor="t">
            <a:normAutofit/>
          </a:bodyPr>
          <a:lstStyle/>
          <a:p>
            <a:pPr algn="l" indent="0" marL="0">
              <a:lnSpc>
                <a:spcPct val="101892"/>
              </a:lnSpc>
              <a:buNone/>
            </a:pPr>
            <a:r>
              <a:rPr lang="en-US" sz="1950" dirty="0">
                <a:solidFill>
                  <a:srgbClr val="3C4654"/>
                </a:solidFill>
                <a:latin typeface="Noto Sans KR" pitchFamily="34" charset="0"/>
                <a:ea typeface="Noto Sans KR" pitchFamily="34" charset="-122"/>
                <a:cs typeface="Noto Sans KR" pitchFamily="34" charset="-120"/>
              </a:rPr>
              <a:t>input.py </a:t>
            </a:r>
            <a:pPr algn="l" indent="0" marL="0">
              <a:lnSpc>
                <a:spcPct val="101892"/>
              </a:lnSpc>
              <a:buNone/>
            </a:pPr>
            <a:r>
              <a:rPr lang="en-US" sz="1950" b="1" dirty="0">
                <a:solidFill>
                  <a:srgbClr val="A4402E"/>
                </a:solidFill>
                <a:latin typeface="Noto Sans KR" pitchFamily="34" charset="0"/>
                <a:ea typeface="Noto Sans KR" pitchFamily="34" charset="-122"/>
                <a:cs typeface="Noto Sans KR" pitchFamily="34" charset="-120"/>
              </a:rPr>
              <a:t>만</a:t>
            </a:r>
            <a:pPr algn="l" indent="0" marL="0">
              <a:lnSpc>
                <a:spcPct val="101892"/>
              </a:lnSpc>
              <a:buNone/>
            </a:pPr>
            <a:r>
              <a:rPr lang="en-US" sz="1950" dirty="0">
                <a:solidFill>
                  <a:srgbClr val="3C4654"/>
                </a:solidFill>
                <a:latin typeface="Noto Sans KR" pitchFamily="34" charset="0"/>
                <a:ea typeface="Noto Sans KR" pitchFamily="34" charset="-122"/>
                <a:cs typeface="Noto Sans KR" pitchFamily="34" charset="-120"/>
              </a:rPr>
              <a:t>. 다른 파일은 건드리지 말 것</a:t>
            </a:r>
            <a:endParaRPr lang="en-US" sz="1950" dirty="0"/>
          </a:p>
        </p:txBody>
      </p:sp>
      <p:sp>
        <p:nvSpPr>
          <p:cNvPr id="22" name="Text 20"/>
          <p:cNvSpPr/>
          <p:nvPr/>
        </p:nvSpPr>
        <p:spPr>
          <a:xfrm>
            <a:off x="8631138" y="4887664"/>
            <a:ext cx="1362075" cy="390525"/>
          </a:xfrm>
          <a:prstGeom prst="rect">
            <a:avLst/>
          </a:prstGeom>
          <a:noFill/>
          <a:ln/>
        </p:spPr>
        <p:txBody>
          <a:bodyPr wrap="square" lIns="25400" tIns="25400" rIns="25400" bIns="25400" rtlCol="0" anchor="t">
            <a:normAutofit/>
          </a:bodyPr>
          <a:lstStyle/>
          <a:p>
            <a:pPr algn="l" indent="0" marL="0">
              <a:buNone/>
            </a:pPr>
            <a:r>
              <a:rPr lang="en-US" sz="1950" b="1" dirty="0">
                <a:solidFill>
                  <a:srgbClr val="A4402E"/>
                </a:solidFill>
                <a:latin typeface="Noto Sans KR" pitchFamily="34" charset="0"/>
                <a:ea typeface="Noto Sans KR" pitchFamily="34" charset="-122"/>
                <a:cs typeface="Noto Sans KR" pitchFamily="34" charset="-120"/>
              </a:rPr>
              <a:t>통과 조건</a:t>
            </a:r>
            <a:endParaRPr lang="en-US" sz="1950" dirty="0"/>
          </a:p>
        </p:txBody>
      </p:sp>
      <p:sp>
        <p:nvSpPr>
          <p:cNvPr id="23" name="Text 21"/>
          <p:cNvSpPr/>
          <p:nvPr/>
        </p:nvSpPr>
        <p:spPr>
          <a:xfrm>
            <a:off x="10059888" y="4887664"/>
            <a:ext cx="7291849" cy="397073"/>
          </a:xfrm>
          <a:prstGeom prst="rect">
            <a:avLst/>
          </a:prstGeom>
          <a:noFill/>
          <a:ln/>
        </p:spPr>
        <p:txBody>
          <a:bodyPr wrap="square" lIns="25400" tIns="25400" rIns="25400" bIns="25400" rtlCol="0" anchor="t">
            <a:normAutofit/>
          </a:bodyPr>
          <a:lstStyle/>
          <a:p>
            <a:pPr algn="l" indent="0" marL="0">
              <a:lnSpc>
                <a:spcPct val="101892"/>
              </a:lnSpc>
              <a:buNone/>
            </a:pPr>
            <a:r>
              <a:rPr lang="en-US" sz="1950" dirty="0">
                <a:solidFill>
                  <a:srgbClr val="3C4654"/>
                </a:solidFill>
                <a:latin typeface="Noto Sans KR" pitchFamily="34" charset="0"/>
                <a:ea typeface="Noto Sans KR" pitchFamily="34" charset="-122"/>
                <a:cs typeface="Noto Sans KR" pitchFamily="34" charset="-120"/>
              </a:rPr>
              <a:t>dev 10건에서 토큰 수가 예산 이하이고, 공고문이 항상 포함될 것</a:t>
            </a:r>
            <a:endParaRPr lang="en-US" sz="1950" dirty="0"/>
          </a:p>
        </p:txBody>
      </p:sp>
      <p:sp>
        <p:nvSpPr>
          <p:cNvPr id="24" name="Shape 22"/>
          <p:cNvSpPr/>
          <p:nvPr/>
        </p:nvSpPr>
        <p:spPr>
          <a:xfrm>
            <a:off x="8631138" y="5408563"/>
            <a:ext cx="8332887" cy="1047750"/>
          </a:xfrm>
          <a:prstGeom prst="roundRect">
            <a:avLst>
              <a:gd name="adj" fmla="val 4545"/>
            </a:avLst>
          </a:prstGeom>
          <a:solidFill>
            <a:srgbClr val="EDE9E0"/>
          </a:solidFill>
          <a:ln/>
        </p:spPr>
      </p:sp>
      <p:sp>
        <p:nvSpPr>
          <p:cNvPr id="25" name="Text 23"/>
          <p:cNvSpPr/>
          <p:nvPr/>
        </p:nvSpPr>
        <p:spPr>
          <a:xfrm>
            <a:off x="8821638" y="5560963"/>
            <a:ext cx="8201873" cy="781050"/>
          </a:xfrm>
          <a:prstGeom prst="rect">
            <a:avLst/>
          </a:prstGeom>
          <a:noFill/>
          <a:ln/>
        </p:spPr>
        <p:txBody>
          <a:bodyPr wrap="square" lIns="25400" tIns="25400" rIns="25400" bIns="25400" rtlCol="0" anchor="t">
            <a:normAutofit/>
          </a:bodyPr>
          <a:lstStyle/>
          <a:p>
            <a:pPr algn="l" indent="0" marL="0">
              <a:lnSpc>
                <a:spcPct val="105405"/>
              </a:lnSpc>
              <a:buNone/>
            </a:pPr>
            <a:r>
              <a:rPr lang="en-US" sz="1950" b="1" dirty="0">
                <a:solidFill>
                  <a:srgbClr val="16202E"/>
                </a:solidFill>
                <a:latin typeface="Noto Sans KR" pitchFamily="34" charset="0"/>
                <a:ea typeface="Noto Sans KR" pitchFamily="34" charset="-122"/>
                <a:cs typeface="Noto Sans KR" pitchFamily="34" charset="-120"/>
              </a:rPr>
              <a:t>AI가 쓴 코드도 내 책임이다 </a:t>
            </a:r>
            <a:pPr algn="l" indent="0" marL="0">
              <a:lnSpc>
                <a:spcPct val="105405"/>
              </a:lnSpc>
              <a:buNone/>
            </a:pPr>
            <a:r>
              <a:rPr lang="en-US" sz="1950" dirty="0">
                <a:solidFill>
                  <a:srgbClr val="3C4654"/>
                </a:solidFill>
                <a:highlight>
                  <a:srgbClr val="EDE9E0"/>
                </a:highlight>
                <a:latin typeface="Noto Sans KR" pitchFamily="34" charset="0"/>
                <a:ea typeface="Noto Sans KR" pitchFamily="34" charset="-122"/>
                <a:cs typeface="Noto Sans KR" pitchFamily="34" charset="-120"/>
              </a:rPr>
              <a:t>— 무엇을 하는 코드인지 모르면 병합 요청하지 않는다. 모르면 AI에게 설명을 요구하는 것도 작업의 일부다.</a:t>
            </a:r>
            <a:endParaRPr lang="en-US" sz="1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1028700" y="800100"/>
            <a:ext cx="17853660" cy="390525"/>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0F6B5E"/>
                </a:solidFill>
                <a:latin typeface="Noto Sans KR" pitchFamily="34" charset="0"/>
                <a:ea typeface="Noto Sans KR" pitchFamily="34" charset="-122"/>
                <a:cs typeface="Noto Sans KR" pitchFamily="34" charset="-120"/>
              </a:rPr>
              <a:t>판단 연습 — 이럴 땐 어떻게?</a:t>
            </a:r>
            <a:endParaRPr lang="en-US" sz="1950" dirty="0"/>
          </a:p>
        </p:txBody>
      </p:sp>
      <p:sp>
        <p:nvSpPr>
          <p:cNvPr id="3" name="Text 1"/>
          <p:cNvSpPr/>
          <p:nvPr/>
        </p:nvSpPr>
        <p:spPr>
          <a:xfrm>
            <a:off x="1028700" y="1285875"/>
            <a:ext cx="16973550" cy="710059"/>
          </a:xfrm>
          <a:prstGeom prst="rect">
            <a:avLst/>
          </a:prstGeom>
          <a:noFill/>
          <a:ln/>
        </p:spPr>
        <p:txBody>
          <a:bodyPr wrap="square" lIns="25400" tIns="25400" rIns="25400" bIns="25400" rtlCol="0" anchor="t">
            <a:normAutofit/>
          </a:bodyPr>
          <a:lstStyle/>
          <a:p>
            <a:pPr algn="l" indent="0" marL="0">
              <a:lnSpc>
                <a:spcPct val="87111"/>
              </a:lnSpc>
              <a:buNone/>
            </a:pPr>
            <a:r>
              <a:rPr lang="en-US" sz="4200" b="1" spc="-42" kern="0" dirty="0">
                <a:solidFill>
                  <a:srgbClr val="16202E"/>
                </a:solidFill>
                <a:latin typeface="Noto Sans KR" pitchFamily="34" charset="0"/>
                <a:ea typeface="Noto Sans KR" pitchFamily="34" charset="-122"/>
                <a:cs typeface="Noto Sans KR" pitchFamily="34" charset="-120"/>
              </a:rPr>
              <a:t>네 가지 상황 — 먼저 각자 생각해 본 뒤 맞춰 본다</a:t>
            </a:r>
            <a:endParaRPr lang="en-US" sz="4200" dirty="0"/>
          </a:p>
        </p:txBody>
      </p:sp>
      <p:sp>
        <p:nvSpPr>
          <p:cNvPr id="4" name="Shape 2"/>
          <p:cNvSpPr/>
          <p:nvPr/>
        </p:nvSpPr>
        <p:spPr>
          <a:xfrm>
            <a:off x="1028700" y="2243584"/>
            <a:ext cx="8020050" cy="2723852"/>
          </a:xfrm>
          <a:prstGeom prst="roundRect">
            <a:avLst>
              <a:gd name="adj" fmla="val 2098"/>
            </a:avLst>
          </a:prstGeom>
          <a:solidFill>
            <a:srgbClr val="FFFFFF"/>
          </a:solidFill>
          <a:ln w="9525">
            <a:solidFill>
              <a:srgbClr val="E3DED3"/>
            </a:solidFill>
            <a:prstDash val="solid"/>
          </a:ln>
        </p:spPr>
      </p:sp>
      <p:sp>
        <p:nvSpPr>
          <p:cNvPr id="5" name="Text 3"/>
          <p:cNvSpPr/>
          <p:nvPr/>
        </p:nvSpPr>
        <p:spPr>
          <a:xfrm>
            <a:off x="1304925" y="2481709"/>
            <a:ext cx="8214360"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0F6B5E"/>
                </a:solidFill>
                <a:latin typeface="Noto Sans KR" pitchFamily="34" charset="0"/>
                <a:ea typeface="Noto Sans KR" pitchFamily="34" charset="-122"/>
                <a:cs typeface="Noto Sans KR" pitchFamily="34" charset="-120"/>
              </a:rPr>
              <a:t>상황 1</a:t>
            </a:r>
            <a:endParaRPr lang="en-US" sz="1800" dirty="0"/>
          </a:p>
        </p:txBody>
      </p:sp>
      <p:sp>
        <p:nvSpPr>
          <p:cNvPr id="6" name="Text 4"/>
          <p:cNvSpPr/>
          <p:nvPr/>
        </p:nvSpPr>
        <p:spPr>
          <a:xfrm>
            <a:off x="1304925" y="2919859"/>
            <a:ext cx="7691628" cy="758130"/>
          </a:xfrm>
          <a:prstGeom prst="rect">
            <a:avLst/>
          </a:prstGeom>
          <a:noFill/>
          <a:ln/>
        </p:spPr>
        <p:txBody>
          <a:bodyPr wrap="square" lIns="25400" tIns="25400" rIns="25400" bIns="25400" rtlCol="0" anchor="t">
            <a:normAutofit/>
          </a:bodyPr>
          <a:lstStyle/>
          <a:p>
            <a:pPr algn="l" indent="0" marL="0">
              <a:lnSpc>
                <a:spcPct val="94500"/>
              </a:lnSpc>
              <a:buNone/>
            </a:pPr>
            <a:r>
              <a:rPr lang="en-US" sz="2100" b="1" dirty="0">
                <a:solidFill>
                  <a:srgbClr val="16202E"/>
                </a:solidFill>
                <a:latin typeface="Noto Sans KR" pitchFamily="34" charset="0"/>
                <a:ea typeface="Noto Sans KR" pitchFamily="34" charset="-122"/>
                <a:cs typeface="Noto Sans KR" pitchFamily="34" charset="-120"/>
              </a:rPr>
              <a:t>등록 정보의 지역제한 칸이 비어 있다. "제한 없음"으로 봐도 되는가?</a:t>
            </a:r>
            <a:endParaRPr lang="en-US" sz="2100" dirty="0"/>
          </a:p>
        </p:txBody>
      </p:sp>
      <p:sp>
        <p:nvSpPr>
          <p:cNvPr id="7" name="Shape 5"/>
          <p:cNvSpPr/>
          <p:nvPr/>
        </p:nvSpPr>
        <p:spPr>
          <a:xfrm>
            <a:off x="1304925" y="3744664"/>
            <a:ext cx="7467600" cy="984647"/>
          </a:xfrm>
          <a:prstGeom prst="roundRect">
            <a:avLst>
              <a:gd name="adj" fmla="val 3869"/>
            </a:avLst>
          </a:prstGeom>
          <a:solidFill>
            <a:srgbClr val="F6F9F5"/>
          </a:solidFill>
          <a:ln/>
        </p:spPr>
      </p:sp>
      <p:sp>
        <p:nvSpPr>
          <p:cNvPr id="8" name="Shape 6"/>
          <p:cNvSpPr/>
          <p:nvPr/>
        </p:nvSpPr>
        <p:spPr>
          <a:xfrm>
            <a:off x="1304925" y="3744664"/>
            <a:ext cx="28575" cy="984647"/>
          </a:xfrm>
          <a:prstGeom prst="rect">
            <a:avLst/>
          </a:prstGeom>
          <a:solidFill>
            <a:srgbClr val="0F6B5E"/>
          </a:solidFill>
          <a:ln/>
        </p:spPr>
      </p:sp>
      <p:sp>
        <p:nvSpPr>
          <p:cNvPr id="9" name="Text 7"/>
          <p:cNvSpPr/>
          <p:nvPr/>
        </p:nvSpPr>
        <p:spPr>
          <a:xfrm>
            <a:off x="1504950" y="3878014"/>
            <a:ext cx="7320153" cy="756047"/>
          </a:xfrm>
          <a:prstGeom prst="rect">
            <a:avLst/>
          </a:prstGeom>
          <a:noFill/>
          <a:ln/>
        </p:spPr>
        <p:txBody>
          <a:bodyPr wrap="square" lIns="25400" tIns="25400" rIns="25400" bIns="25400" rtlCol="0" anchor="t">
            <a:normAutofit/>
          </a:bodyPr>
          <a:lstStyle/>
          <a:p>
            <a:pPr algn="l" indent="0" marL="0">
              <a:lnSpc>
                <a:spcPct val="101892"/>
              </a:lnSpc>
              <a:buNone/>
            </a:pPr>
            <a:r>
              <a:rPr lang="en-US" sz="1950" b="1" dirty="0">
                <a:solidFill>
                  <a:srgbClr val="0F6B5E"/>
                </a:solidFill>
                <a:latin typeface="Noto Sans KR" pitchFamily="34" charset="0"/>
                <a:ea typeface="Noto Sans KR" pitchFamily="34" charset="-122"/>
                <a:cs typeface="Noto Sans KR" pitchFamily="34" charset="-120"/>
              </a:rPr>
              <a:t>아니다. </a:t>
            </a:r>
            <a:pPr algn="l" indent="0" marL="0">
              <a:lnSpc>
                <a:spcPct val="101892"/>
              </a:lnSpc>
              <a:buNone/>
            </a:pPr>
            <a:r>
              <a:rPr lang="en-US" sz="1950" dirty="0">
                <a:solidFill>
                  <a:srgbClr val="3C4654"/>
                </a:solidFill>
                <a:highlight>
                  <a:srgbClr val="F6F9F5"/>
                </a:highlight>
                <a:latin typeface="Noto Sans KR" pitchFamily="34" charset="0"/>
                <a:ea typeface="Noto Sans KR" pitchFamily="34" charset="-122"/>
                <a:cs typeface="Noto Sans KR" pitchFamily="34" charset="-120"/>
              </a:rPr>
              <a:t>값이 없는 것과 제한이 없는 것은 다르다. 본문에서 확인해야 하고, 항목에 따라 </a:t>
            </a:r>
            <a:pPr algn="l" indent="0" marL="0">
              <a:lnSpc>
                <a:spcPct val="101892"/>
              </a:lnSpc>
              <a:buNone/>
            </a:pPr>
            <a:r>
              <a:rPr lang="en-US" sz="1950" b="1" dirty="0">
                <a:solidFill>
                  <a:srgbClr val="16202E"/>
                </a:solidFill>
                <a:latin typeface="Noto Sans KR" pitchFamily="34" charset="0"/>
                <a:ea typeface="Noto Sans KR" pitchFamily="34" charset="-122"/>
                <a:cs typeface="Noto Sans KR" pitchFamily="34" charset="-120"/>
              </a:rPr>
              <a:t>비어 있다는 사실 자체가 증거</a:t>
            </a:r>
            <a:pPr algn="l" indent="0" marL="0">
              <a:lnSpc>
                <a:spcPct val="101892"/>
              </a:lnSpc>
              <a:buNone/>
            </a:pPr>
            <a:r>
              <a:rPr lang="en-US" sz="1950" dirty="0">
                <a:solidFill>
                  <a:srgbClr val="3C4654"/>
                </a:solidFill>
                <a:highlight>
                  <a:srgbClr val="F6F9F5"/>
                </a:highlight>
                <a:latin typeface="Noto Sans KR" pitchFamily="34" charset="0"/>
                <a:ea typeface="Noto Sans KR" pitchFamily="34" charset="-122"/>
                <a:cs typeface="Noto Sans KR" pitchFamily="34" charset="-120"/>
              </a:rPr>
              <a:t>다.</a:t>
            </a:r>
            <a:endParaRPr lang="en-US" sz="1950" dirty="0"/>
          </a:p>
        </p:txBody>
      </p:sp>
      <p:sp>
        <p:nvSpPr>
          <p:cNvPr id="10" name="Shape 8"/>
          <p:cNvSpPr/>
          <p:nvPr/>
        </p:nvSpPr>
        <p:spPr>
          <a:xfrm>
            <a:off x="9239250" y="2243584"/>
            <a:ext cx="8020050" cy="2723852"/>
          </a:xfrm>
          <a:prstGeom prst="roundRect">
            <a:avLst>
              <a:gd name="adj" fmla="val 2098"/>
            </a:avLst>
          </a:prstGeom>
          <a:solidFill>
            <a:srgbClr val="FFFFFF"/>
          </a:solidFill>
          <a:ln w="9525">
            <a:solidFill>
              <a:srgbClr val="E3DED3"/>
            </a:solidFill>
            <a:prstDash val="solid"/>
          </a:ln>
        </p:spPr>
      </p:sp>
      <p:sp>
        <p:nvSpPr>
          <p:cNvPr id="11" name="Text 9"/>
          <p:cNvSpPr/>
          <p:nvPr/>
        </p:nvSpPr>
        <p:spPr>
          <a:xfrm>
            <a:off x="9515475" y="2481709"/>
            <a:ext cx="8214360"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0F6B5E"/>
                </a:solidFill>
                <a:latin typeface="Noto Sans KR" pitchFamily="34" charset="0"/>
                <a:ea typeface="Noto Sans KR" pitchFamily="34" charset="-122"/>
                <a:cs typeface="Noto Sans KR" pitchFamily="34" charset="-120"/>
              </a:rPr>
              <a:t>상황 2</a:t>
            </a:r>
            <a:endParaRPr lang="en-US" sz="1800" dirty="0"/>
          </a:p>
        </p:txBody>
      </p:sp>
      <p:sp>
        <p:nvSpPr>
          <p:cNvPr id="12" name="Text 10"/>
          <p:cNvSpPr/>
          <p:nvPr/>
        </p:nvSpPr>
        <p:spPr>
          <a:xfrm>
            <a:off x="9515475" y="2919859"/>
            <a:ext cx="8214360" cy="398115"/>
          </a:xfrm>
          <a:prstGeom prst="rect">
            <a:avLst/>
          </a:prstGeom>
          <a:noFill/>
          <a:ln/>
        </p:spPr>
        <p:txBody>
          <a:bodyPr wrap="square" lIns="25400" tIns="25400" rIns="25400" bIns="25400" rtlCol="0" anchor="t">
            <a:normAutofit/>
          </a:bodyPr>
          <a:lstStyle/>
          <a:p>
            <a:pPr algn="l" indent="0" marL="0">
              <a:lnSpc>
                <a:spcPct val="94500"/>
              </a:lnSpc>
              <a:buNone/>
            </a:pPr>
            <a:r>
              <a:rPr lang="en-US" sz="2100" b="1" dirty="0">
                <a:solidFill>
                  <a:srgbClr val="16202E"/>
                </a:solidFill>
                <a:latin typeface="Noto Sans KR" pitchFamily="34" charset="0"/>
                <a:ea typeface="Noto Sans KR" pitchFamily="34" charset="-122"/>
                <a:cs typeface="Noto Sans KR" pitchFamily="34" charset="-120"/>
              </a:rPr>
              <a:t>공고문은 깨끗한데 첨부 과업지시서에 특정 모델명이 박혀 있다.</a:t>
            </a:r>
            <a:endParaRPr lang="en-US" sz="2100" dirty="0"/>
          </a:p>
        </p:txBody>
      </p:sp>
      <p:sp>
        <p:nvSpPr>
          <p:cNvPr id="13" name="Shape 11"/>
          <p:cNvSpPr/>
          <p:nvPr/>
        </p:nvSpPr>
        <p:spPr>
          <a:xfrm>
            <a:off x="9515475" y="3384649"/>
            <a:ext cx="7467600" cy="1343620"/>
          </a:xfrm>
          <a:prstGeom prst="roundRect">
            <a:avLst>
              <a:gd name="adj" fmla="val 2836"/>
            </a:avLst>
          </a:prstGeom>
          <a:solidFill>
            <a:srgbClr val="F6F9F5"/>
          </a:solidFill>
          <a:ln/>
        </p:spPr>
      </p:sp>
      <p:sp>
        <p:nvSpPr>
          <p:cNvPr id="14" name="Shape 12"/>
          <p:cNvSpPr/>
          <p:nvPr/>
        </p:nvSpPr>
        <p:spPr>
          <a:xfrm>
            <a:off x="9515475" y="3384649"/>
            <a:ext cx="28575" cy="1343620"/>
          </a:xfrm>
          <a:prstGeom prst="rect">
            <a:avLst/>
          </a:prstGeom>
          <a:solidFill>
            <a:srgbClr val="0F6B5E"/>
          </a:solidFill>
          <a:ln/>
        </p:spPr>
      </p:sp>
      <p:sp>
        <p:nvSpPr>
          <p:cNvPr id="15" name="Text 13"/>
          <p:cNvSpPr/>
          <p:nvPr/>
        </p:nvSpPr>
        <p:spPr>
          <a:xfrm>
            <a:off x="9715500" y="3517999"/>
            <a:ext cx="7320153" cy="1115020"/>
          </a:xfrm>
          <a:prstGeom prst="rect">
            <a:avLst/>
          </a:prstGeom>
          <a:noFill/>
          <a:ln/>
        </p:spPr>
        <p:txBody>
          <a:bodyPr wrap="square" lIns="25400" tIns="25400" rIns="25400" bIns="25400" rtlCol="0" anchor="t">
            <a:normAutofit/>
          </a:bodyPr>
          <a:lstStyle/>
          <a:p>
            <a:pPr algn="l" indent="0" marL="0">
              <a:lnSpc>
                <a:spcPct val="101892"/>
              </a:lnSpc>
              <a:buNone/>
            </a:pPr>
            <a:r>
              <a:rPr lang="en-US" sz="1950" b="1" dirty="0">
                <a:solidFill>
                  <a:srgbClr val="0F6B5E"/>
                </a:solidFill>
                <a:latin typeface="Noto Sans KR" pitchFamily="34" charset="0"/>
                <a:ea typeface="Noto Sans KR" pitchFamily="34" charset="-122"/>
                <a:cs typeface="Noto Sans KR" pitchFamily="34" charset="-120"/>
              </a:rPr>
              <a:t>위반이 될 수 있다. </a:t>
            </a:r>
            <a:pPr algn="l" indent="0" marL="0">
              <a:lnSpc>
                <a:spcPct val="101892"/>
              </a:lnSpc>
              <a:buNone/>
            </a:pPr>
            <a:r>
              <a:rPr lang="en-US" sz="1950" dirty="0">
                <a:solidFill>
                  <a:srgbClr val="3C4654"/>
                </a:solidFill>
                <a:highlight>
                  <a:srgbClr val="F6F9F5"/>
                </a:highlight>
                <a:latin typeface="Noto Sans KR" pitchFamily="34" charset="0"/>
                <a:ea typeface="Noto Sans KR" pitchFamily="34" charset="-122"/>
                <a:cs typeface="Noto Sans KR" pitchFamily="34" charset="-120"/>
              </a:rPr>
              <a:t>공고문만 보면 놓친다 — 첨부를 포함한 문서 전체를 봐야 하고, 길이 예산에 잘려 나가지 않았는지도 확인해야 한다.</a:t>
            </a:r>
            <a:endParaRPr lang="en-US" sz="1950" dirty="0"/>
          </a:p>
        </p:txBody>
      </p:sp>
      <p:sp>
        <p:nvSpPr>
          <p:cNvPr id="16" name="Shape 14"/>
          <p:cNvSpPr/>
          <p:nvPr/>
        </p:nvSpPr>
        <p:spPr>
          <a:xfrm>
            <a:off x="1028700" y="5157936"/>
            <a:ext cx="8020050" cy="2723852"/>
          </a:xfrm>
          <a:prstGeom prst="roundRect">
            <a:avLst>
              <a:gd name="adj" fmla="val 2098"/>
            </a:avLst>
          </a:prstGeom>
          <a:solidFill>
            <a:srgbClr val="FFFFFF"/>
          </a:solidFill>
          <a:ln w="9525">
            <a:solidFill>
              <a:srgbClr val="E3DED3"/>
            </a:solidFill>
            <a:prstDash val="solid"/>
          </a:ln>
        </p:spPr>
      </p:sp>
      <p:sp>
        <p:nvSpPr>
          <p:cNvPr id="17" name="Text 15"/>
          <p:cNvSpPr/>
          <p:nvPr/>
        </p:nvSpPr>
        <p:spPr>
          <a:xfrm>
            <a:off x="1304925" y="5396061"/>
            <a:ext cx="8214360"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0F6B5E"/>
                </a:solidFill>
                <a:latin typeface="Noto Sans KR" pitchFamily="34" charset="0"/>
                <a:ea typeface="Noto Sans KR" pitchFamily="34" charset="-122"/>
                <a:cs typeface="Noto Sans KR" pitchFamily="34" charset="-120"/>
              </a:rPr>
              <a:t>상황 3</a:t>
            </a:r>
            <a:endParaRPr lang="en-US" sz="1800" dirty="0"/>
          </a:p>
        </p:txBody>
      </p:sp>
      <p:sp>
        <p:nvSpPr>
          <p:cNvPr id="18" name="Text 16"/>
          <p:cNvSpPr/>
          <p:nvPr/>
        </p:nvSpPr>
        <p:spPr>
          <a:xfrm>
            <a:off x="1304925" y="5834211"/>
            <a:ext cx="7691628" cy="758130"/>
          </a:xfrm>
          <a:prstGeom prst="rect">
            <a:avLst/>
          </a:prstGeom>
          <a:noFill/>
          <a:ln/>
        </p:spPr>
        <p:txBody>
          <a:bodyPr wrap="square" lIns="25400" tIns="25400" rIns="25400" bIns="25400" rtlCol="0" anchor="t">
            <a:normAutofit/>
          </a:bodyPr>
          <a:lstStyle/>
          <a:p>
            <a:pPr algn="l" indent="0" marL="0">
              <a:lnSpc>
                <a:spcPct val="94500"/>
              </a:lnSpc>
              <a:buNone/>
            </a:pPr>
            <a:r>
              <a:rPr lang="en-US" sz="2100" b="1" dirty="0">
                <a:solidFill>
                  <a:srgbClr val="16202E"/>
                </a:solidFill>
                <a:latin typeface="Noto Sans KR" pitchFamily="34" charset="0"/>
                <a:ea typeface="Noto Sans KR" pitchFamily="34" charset="-122"/>
                <a:cs typeface="Noto Sans KR" pitchFamily="34" charset="-120"/>
              </a:rPr>
              <a:t>부재탐지형 항목을 위반(1)으로 판단했다. 근거 문구에 무엇을 쓰는가?</a:t>
            </a:r>
            <a:endParaRPr lang="en-US" sz="2100" dirty="0"/>
          </a:p>
        </p:txBody>
      </p:sp>
      <p:sp>
        <p:nvSpPr>
          <p:cNvPr id="19" name="Shape 17"/>
          <p:cNvSpPr/>
          <p:nvPr/>
        </p:nvSpPr>
        <p:spPr>
          <a:xfrm>
            <a:off x="1304925" y="6659017"/>
            <a:ext cx="7467600" cy="984647"/>
          </a:xfrm>
          <a:prstGeom prst="roundRect">
            <a:avLst>
              <a:gd name="adj" fmla="val 3869"/>
            </a:avLst>
          </a:prstGeom>
          <a:solidFill>
            <a:srgbClr val="F6F9F5"/>
          </a:solidFill>
          <a:ln/>
        </p:spPr>
      </p:sp>
      <p:sp>
        <p:nvSpPr>
          <p:cNvPr id="20" name="Shape 18"/>
          <p:cNvSpPr/>
          <p:nvPr/>
        </p:nvSpPr>
        <p:spPr>
          <a:xfrm>
            <a:off x="1304925" y="6659017"/>
            <a:ext cx="28575" cy="984647"/>
          </a:xfrm>
          <a:prstGeom prst="rect">
            <a:avLst/>
          </a:prstGeom>
          <a:solidFill>
            <a:srgbClr val="0F6B5E"/>
          </a:solidFill>
          <a:ln/>
        </p:spPr>
      </p:sp>
      <p:sp>
        <p:nvSpPr>
          <p:cNvPr id="21" name="Text 19"/>
          <p:cNvSpPr/>
          <p:nvPr/>
        </p:nvSpPr>
        <p:spPr>
          <a:xfrm>
            <a:off x="1504950" y="6792367"/>
            <a:ext cx="7320153" cy="756047"/>
          </a:xfrm>
          <a:prstGeom prst="rect">
            <a:avLst/>
          </a:prstGeom>
          <a:noFill/>
          <a:ln/>
        </p:spPr>
        <p:txBody>
          <a:bodyPr wrap="square" lIns="25400" tIns="25400" rIns="25400" bIns="25400" rtlCol="0" anchor="t">
            <a:normAutofit/>
          </a:bodyPr>
          <a:lstStyle/>
          <a:p>
            <a:pPr algn="l" indent="0" marL="0">
              <a:lnSpc>
                <a:spcPct val="101892"/>
              </a:lnSpc>
              <a:buNone/>
            </a:pPr>
            <a:r>
              <a:rPr lang="en-US" sz="1950" b="1" dirty="0">
                <a:solidFill>
                  <a:srgbClr val="0F6B5E"/>
                </a:solidFill>
                <a:latin typeface="Noto Sans KR" pitchFamily="34" charset="0"/>
                <a:ea typeface="Noto Sans KR" pitchFamily="34" charset="-122"/>
                <a:cs typeface="Noto Sans KR" pitchFamily="34" charset="-120"/>
              </a:rPr>
              <a:t>빈칸이다. </a:t>
            </a:r>
            <a:pPr algn="l" indent="0" marL="0">
              <a:lnSpc>
                <a:spcPct val="101892"/>
              </a:lnSpc>
              <a:buNone/>
            </a:pPr>
            <a:r>
              <a:rPr lang="en-US" sz="1950" dirty="0">
                <a:solidFill>
                  <a:srgbClr val="3C4654"/>
                </a:solidFill>
                <a:highlight>
                  <a:srgbClr val="F6F9F5"/>
                </a:highlight>
                <a:latin typeface="Noto Sans KR" pitchFamily="34" charset="0"/>
                <a:ea typeface="Noto Sans KR" pitchFamily="34" charset="-122"/>
                <a:cs typeface="Noto Sans KR" pitchFamily="34" charset="-120"/>
              </a:rPr>
              <a:t>없는 것이 위반이므로 인용할 문장이 애초에 없다. 뭔가 써넣으면 오히려 틀린 형식이 된다.</a:t>
            </a:r>
            <a:endParaRPr lang="en-US" sz="1950" dirty="0"/>
          </a:p>
        </p:txBody>
      </p:sp>
      <p:sp>
        <p:nvSpPr>
          <p:cNvPr id="22" name="Shape 20"/>
          <p:cNvSpPr/>
          <p:nvPr/>
        </p:nvSpPr>
        <p:spPr>
          <a:xfrm>
            <a:off x="9239250" y="5157936"/>
            <a:ext cx="8020050" cy="2723852"/>
          </a:xfrm>
          <a:prstGeom prst="roundRect">
            <a:avLst>
              <a:gd name="adj" fmla="val 2098"/>
            </a:avLst>
          </a:prstGeom>
          <a:solidFill>
            <a:srgbClr val="FFFFFF"/>
          </a:solidFill>
          <a:ln w="9525">
            <a:solidFill>
              <a:srgbClr val="E1B9B1"/>
            </a:solidFill>
            <a:prstDash val="solid"/>
          </a:ln>
        </p:spPr>
      </p:sp>
      <p:sp>
        <p:nvSpPr>
          <p:cNvPr id="23" name="Text 21"/>
          <p:cNvSpPr/>
          <p:nvPr/>
        </p:nvSpPr>
        <p:spPr>
          <a:xfrm>
            <a:off x="9515475" y="5396061"/>
            <a:ext cx="8214360"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A4402E"/>
                </a:solidFill>
                <a:latin typeface="Noto Sans KR" pitchFamily="34" charset="0"/>
                <a:ea typeface="Noto Sans KR" pitchFamily="34" charset="-122"/>
                <a:cs typeface="Noto Sans KR" pitchFamily="34" charset="-120"/>
              </a:rPr>
              <a:t>상황 4 · 가장 헷갈리는 것</a:t>
            </a:r>
            <a:endParaRPr lang="en-US" sz="1800" dirty="0"/>
          </a:p>
        </p:txBody>
      </p:sp>
      <p:sp>
        <p:nvSpPr>
          <p:cNvPr id="24" name="Text 22"/>
          <p:cNvSpPr/>
          <p:nvPr/>
        </p:nvSpPr>
        <p:spPr>
          <a:xfrm>
            <a:off x="9515475" y="5834211"/>
            <a:ext cx="8214360" cy="398115"/>
          </a:xfrm>
          <a:prstGeom prst="rect">
            <a:avLst/>
          </a:prstGeom>
          <a:noFill/>
          <a:ln/>
        </p:spPr>
        <p:txBody>
          <a:bodyPr wrap="square" lIns="25400" tIns="25400" rIns="25400" bIns="25400" rtlCol="0" anchor="t">
            <a:normAutofit/>
          </a:bodyPr>
          <a:lstStyle/>
          <a:p>
            <a:pPr algn="l" indent="0" marL="0">
              <a:lnSpc>
                <a:spcPct val="94500"/>
              </a:lnSpc>
              <a:buNone/>
            </a:pPr>
            <a:r>
              <a:rPr lang="en-US" sz="2100" b="1" dirty="0">
                <a:solidFill>
                  <a:srgbClr val="16202E"/>
                </a:solidFill>
                <a:latin typeface="Noto Sans KR" pitchFamily="34" charset="0"/>
                <a:ea typeface="Noto Sans KR" pitchFamily="34" charset="-122"/>
                <a:cs typeface="Noto Sans KR" pitchFamily="34" charset="-120"/>
              </a:rPr>
              <a:t>위반 판단은 맞았는데, 근거 문구를 읽기 좋게 다듬어서 썼다.</a:t>
            </a:r>
            <a:endParaRPr lang="en-US" sz="2100" dirty="0"/>
          </a:p>
        </p:txBody>
      </p:sp>
      <p:sp>
        <p:nvSpPr>
          <p:cNvPr id="25" name="Shape 23"/>
          <p:cNvSpPr/>
          <p:nvPr/>
        </p:nvSpPr>
        <p:spPr>
          <a:xfrm>
            <a:off x="9515475" y="6299002"/>
            <a:ext cx="7467600" cy="984647"/>
          </a:xfrm>
          <a:prstGeom prst="roundRect">
            <a:avLst>
              <a:gd name="adj" fmla="val 3869"/>
            </a:avLst>
          </a:prstGeom>
          <a:solidFill>
            <a:srgbClr val="FBF3F1"/>
          </a:solidFill>
          <a:ln/>
        </p:spPr>
      </p:sp>
      <p:sp>
        <p:nvSpPr>
          <p:cNvPr id="26" name="Shape 24"/>
          <p:cNvSpPr/>
          <p:nvPr/>
        </p:nvSpPr>
        <p:spPr>
          <a:xfrm>
            <a:off x="9515475" y="6299002"/>
            <a:ext cx="28575" cy="984647"/>
          </a:xfrm>
          <a:prstGeom prst="rect">
            <a:avLst/>
          </a:prstGeom>
          <a:solidFill>
            <a:srgbClr val="A4402E"/>
          </a:solidFill>
          <a:ln/>
        </p:spPr>
      </p:sp>
      <p:sp>
        <p:nvSpPr>
          <p:cNvPr id="27" name="Text 25"/>
          <p:cNvSpPr/>
          <p:nvPr/>
        </p:nvSpPr>
        <p:spPr>
          <a:xfrm>
            <a:off x="9715500" y="6432352"/>
            <a:ext cx="7320153" cy="756047"/>
          </a:xfrm>
          <a:prstGeom prst="rect">
            <a:avLst/>
          </a:prstGeom>
          <a:noFill/>
          <a:ln/>
        </p:spPr>
        <p:txBody>
          <a:bodyPr wrap="square" lIns="25400" tIns="25400" rIns="25400" bIns="25400" rtlCol="0" anchor="t">
            <a:normAutofit/>
          </a:bodyPr>
          <a:lstStyle/>
          <a:p>
            <a:pPr algn="l" indent="0" marL="0">
              <a:lnSpc>
                <a:spcPct val="101892"/>
              </a:lnSpc>
              <a:buNone/>
            </a:pPr>
            <a:r>
              <a:rPr lang="en-US" sz="1950" b="1" dirty="0">
                <a:solidFill>
                  <a:srgbClr val="A4402E"/>
                </a:solidFill>
                <a:latin typeface="Noto Sans KR" pitchFamily="34" charset="0"/>
                <a:ea typeface="Noto Sans KR" pitchFamily="34" charset="-122"/>
                <a:cs typeface="Noto Sans KR" pitchFamily="34" charset="-120"/>
              </a:rPr>
              <a:t>근거가 버려진다. </a:t>
            </a:r>
            <a:pPr algn="l" indent="0" marL="0">
              <a:lnSpc>
                <a:spcPct val="101892"/>
              </a:lnSpc>
              <a:buNone/>
            </a:pPr>
            <a:r>
              <a:rPr lang="en-US" sz="1950" dirty="0">
                <a:solidFill>
                  <a:srgbClr val="3C4654"/>
                </a:solidFill>
                <a:highlight>
                  <a:srgbClr val="FBF3F1"/>
                </a:highlight>
                <a:latin typeface="Noto Sans KR" pitchFamily="34" charset="0"/>
                <a:ea typeface="Noto Sans KR" pitchFamily="34" charset="-122"/>
                <a:cs typeface="Noto Sans KR" pitchFamily="34" charset="-120"/>
              </a:rPr>
              <a:t>원문과 글자가 맞지 않으면 자동 무효다. 리더보드 점수에는 영향이 없지만 </a:t>
            </a:r>
            <a:pPr algn="l" indent="0" marL="0">
              <a:lnSpc>
                <a:spcPct val="101892"/>
              </a:lnSpc>
              <a:buNone/>
            </a:pPr>
            <a:r>
              <a:rPr lang="en-US" sz="1950" b="1" dirty="0">
                <a:solidFill>
                  <a:srgbClr val="16202E"/>
                </a:solidFill>
                <a:latin typeface="Noto Sans KR" pitchFamily="34" charset="0"/>
                <a:ea typeface="Noto Sans KR" pitchFamily="34" charset="-122"/>
                <a:cs typeface="Noto Sans KR" pitchFamily="34" charset="-120"/>
              </a:rPr>
              <a:t>2차 평가에서 깎인다</a:t>
            </a:r>
            <a:pPr algn="l" indent="0" marL="0">
              <a:lnSpc>
                <a:spcPct val="101892"/>
              </a:lnSpc>
              <a:buNone/>
            </a:pPr>
            <a:r>
              <a:rPr lang="en-US" sz="1950" dirty="0">
                <a:solidFill>
                  <a:srgbClr val="3C4654"/>
                </a:solidFill>
                <a:highlight>
                  <a:srgbClr val="FBF3F1"/>
                </a:highlight>
                <a:latin typeface="Noto Sans KR" pitchFamily="34" charset="0"/>
                <a:ea typeface="Noto Sans KR" pitchFamily="34" charset="-122"/>
                <a:cs typeface="Noto Sans KR" pitchFamily="34" charset="-120"/>
              </a:rPr>
              <a:t>.</a:t>
            </a:r>
            <a:endParaRPr lang="en-US" sz="1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6202E"/>
        </a:solidFill>
      </p:bgPr>
    </p:bg>
    <p:spTree>
      <p:nvGrpSpPr>
        <p:cNvPr id="1" name=""/>
        <p:cNvGrpSpPr/>
        <p:nvPr/>
      </p:nvGrpSpPr>
      <p:grpSpPr>
        <a:xfrm>
          <a:off x="0" y="0"/>
          <a:ext cx="0" cy="0"/>
          <a:chOff x="0" y="0"/>
          <a:chExt cx="0" cy="0"/>
        </a:xfrm>
      </p:grpSpPr>
      <p:sp>
        <p:nvSpPr>
          <p:cNvPr id="2" name="Text 0"/>
          <p:cNvSpPr/>
          <p:nvPr/>
        </p:nvSpPr>
        <p:spPr>
          <a:xfrm>
            <a:off x="1028700" y="876300"/>
            <a:ext cx="17853660" cy="390525"/>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6FC3B2"/>
                </a:solidFill>
                <a:latin typeface="Noto Sans KR" pitchFamily="34" charset="0"/>
                <a:ea typeface="Noto Sans KR" pitchFamily="34" charset="-122"/>
                <a:cs typeface="Noto Sans KR" pitchFamily="34" charset="-120"/>
              </a:rPr>
              <a:t>마무리</a:t>
            </a:r>
            <a:endParaRPr lang="en-US" sz="1950" dirty="0"/>
          </a:p>
        </p:txBody>
      </p:sp>
      <p:sp>
        <p:nvSpPr>
          <p:cNvPr id="3" name="Text 1"/>
          <p:cNvSpPr/>
          <p:nvPr/>
        </p:nvSpPr>
        <p:spPr>
          <a:xfrm>
            <a:off x="1028700" y="1381125"/>
            <a:ext cx="16973550" cy="734169"/>
          </a:xfrm>
          <a:prstGeom prst="rect">
            <a:avLst/>
          </a:prstGeom>
          <a:noFill/>
          <a:ln/>
        </p:spPr>
        <p:txBody>
          <a:bodyPr wrap="square" lIns="25400" tIns="25400" rIns="25400" bIns="25400" rtlCol="0" anchor="t">
            <a:normAutofit/>
          </a:bodyPr>
          <a:lstStyle/>
          <a:p>
            <a:pPr algn="l" indent="0" marL="0">
              <a:lnSpc>
                <a:spcPct val="87000"/>
              </a:lnSpc>
              <a:buNone/>
            </a:pPr>
            <a:r>
              <a:rPr lang="en-US" sz="4350" b="1" spc="-43" kern="0" dirty="0">
                <a:solidFill>
                  <a:srgbClr val="F6F4EF"/>
                </a:solidFill>
                <a:latin typeface="Noto Sans KR" pitchFamily="34" charset="0"/>
                <a:ea typeface="Noto Sans KR" pitchFamily="34" charset="-122"/>
                <a:cs typeface="Noto Sans KR" pitchFamily="34" charset="-120"/>
              </a:rPr>
              <a:t>다섯 줄만 기억하면 오늘 강의는 성공이다</a:t>
            </a:r>
            <a:endParaRPr lang="en-US" sz="4350" dirty="0"/>
          </a:p>
        </p:txBody>
      </p:sp>
      <p:sp>
        <p:nvSpPr>
          <p:cNvPr id="4" name="Shape 2"/>
          <p:cNvSpPr/>
          <p:nvPr/>
        </p:nvSpPr>
        <p:spPr>
          <a:xfrm>
            <a:off x="1028700" y="2439144"/>
            <a:ext cx="8836968" cy="716161"/>
          </a:xfrm>
          <a:prstGeom prst="roundRect">
            <a:avLst>
              <a:gd name="adj" fmla="val 5320"/>
            </a:avLst>
          </a:prstGeom>
          <a:solidFill>
            <a:srgbClr val="1E2B3B"/>
          </a:solidFill>
          <a:ln/>
        </p:spPr>
      </p:sp>
      <p:sp>
        <p:nvSpPr>
          <p:cNvPr id="5" name="Shape 3"/>
          <p:cNvSpPr/>
          <p:nvPr/>
        </p:nvSpPr>
        <p:spPr>
          <a:xfrm>
            <a:off x="1028700" y="2439144"/>
            <a:ext cx="28575" cy="716161"/>
          </a:xfrm>
          <a:prstGeom prst="rect">
            <a:avLst/>
          </a:prstGeom>
          <a:solidFill>
            <a:srgbClr val="6FC3B2"/>
          </a:solidFill>
          <a:ln/>
        </p:spPr>
      </p:sp>
      <p:sp>
        <p:nvSpPr>
          <p:cNvPr id="6" name="Text 4"/>
          <p:cNvSpPr/>
          <p:nvPr/>
        </p:nvSpPr>
        <p:spPr>
          <a:xfrm>
            <a:off x="1285875" y="2610594"/>
            <a:ext cx="8616302" cy="411361"/>
          </a:xfrm>
          <a:prstGeom prst="rect">
            <a:avLst/>
          </a:prstGeom>
          <a:noFill/>
          <a:ln/>
        </p:spPr>
        <p:txBody>
          <a:bodyPr wrap="square" lIns="25400" tIns="25400" rIns="25400" bIns="25400" rtlCol="0" anchor="t">
            <a:normAutofit/>
          </a:bodyPr>
          <a:lstStyle/>
          <a:p>
            <a:pPr algn="l" indent="0" marL="0">
              <a:lnSpc>
                <a:spcPct val="98000"/>
              </a:lnSpc>
              <a:buNone/>
            </a:pPr>
            <a:r>
              <a:rPr lang="en-US" sz="2100" b="1" dirty="0">
                <a:solidFill>
                  <a:srgbClr val="F6F4EF"/>
                </a:solidFill>
                <a:latin typeface="Noto Sans KR" pitchFamily="34" charset="0"/>
                <a:ea typeface="Noto Sans KR" pitchFamily="34" charset="-122"/>
                <a:cs typeface="Noto Sans KR" pitchFamily="34" charset="-120"/>
              </a:rPr>
              <a:t>모델은 모두 같다 — 무엇을 보여주느냐가 실력이다</a:t>
            </a:r>
            <a:endParaRPr lang="en-US" sz="2100" dirty="0"/>
          </a:p>
        </p:txBody>
      </p:sp>
      <p:sp>
        <p:nvSpPr>
          <p:cNvPr id="7" name="Shape 5"/>
          <p:cNvSpPr/>
          <p:nvPr/>
        </p:nvSpPr>
        <p:spPr>
          <a:xfrm>
            <a:off x="1028700" y="3269605"/>
            <a:ext cx="8836968" cy="716161"/>
          </a:xfrm>
          <a:prstGeom prst="roundRect">
            <a:avLst>
              <a:gd name="adj" fmla="val 5320"/>
            </a:avLst>
          </a:prstGeom>
          <a:solidFill>
            <a:srgbClr val="1E2B3B"/>
          </a:solidFill>
          <a:ln/>
        </p:spPr>
      </p:sp>
      <p:sp>
        <p:nvSpPr>
          <p:cNvPr id="8" name="Shape 6"/>
          <p:cNvSpPr/>
          <p:nvPr/>
        </p:nvSpPr>
        <p:spPr>
          <a:xfrm>
            <a:off x="1028700" y="3269605"/>
            <a:ext cx="28575" cy="716161"/>
          </a:xfrm>
          <a:prstGeom prst="rect">
            <a:avLst/>
          </a:prstGeom>
          <a:solidFill>
            <a:srgbClr val="6FC3B2"/>
          </a:solidFill>
          <a:ln/>
        </p:spPr>
      </p:sp>
      <p:sp>
        <p:nvSpPr>
          <p:cNvPr id="9" name="Text 7"/>
          <p:cNvSpPr/>
          <p:nvPr/>
        </p:nvSpPr>
        <p:spPr>
          <a:xfrm>
            <a:off x="1285875" y="3441055"/>
            <a:ext cx="8616302" cy="411361"/>
          </a:xfrm>
          <a:prstGeom prst="rect">
            <a:avLst/>
          </a:prstGeom>
          <a:noFill/>
          <a:ln/>
        </p:spPr>
        <p:txBody>
          <a:bodyPr wrap="square" lIns="25400" tIns="25400" rIns="25400" bIns="25400" rtlCol="0" anchor="t">
            <a:normAutofit/>
          </a:bodyPr>
          <a:lstStyle/>
          <a:p>
            <a:pPr algn="l" indent="0" marL="0">
              <a:lnSpc>
                <a:spcPct val="98000"/>
              </a:lnSpc>
              <a:buNone/>
            </a:pPr>
            <a:r>
              <a:rPr lang="en-US" sz="2100" b="1" dirty="0">
                <a:solidFill>
                  <a:srgbClr val="F6F4EF"/>
                </a:solidFill>
                <a:latin typeface="Noto Sans KR" pitchFamily="34" charset="0"/>
                <a:ea typeface="Noto Sans KR" pitchFamily="34" charset="-122"/>
                <a:cs typeface="Noto Sans KR" pitchFamily="34" charset="-120"/>
              </a:rPr>
              <a:t>넣을 수 있는 양에 한계가 있으니 골라 넣어야 한다</a:t>
            </a:r>
            <a:endParaRPr lang="en-US" sz="2100" dirty="0"/>
          </a:p>
        </p:txBody>
      </p:sp>
      <p:sp>
        <p:nvSpPr>
          <p:cNvPr id="10" name="Shape 8"/>
          <p:cNvSpPr/>
          <p:nvPr/>
        </p:nvSpPr>
        <p:spPr>
          <a:xfrm>
            <a:off x="1028700" y="4100066"/>
            <a:ext cx="8836968" cy="716161"/>
          </a:xfrm>
          <a:prstGeom prst="roundRect">
            <a:avLst>
              <a:gd name="adj" fmla="val 5320"/>
            </a:avLst>
          </a:prstGeom>
          <a:solidFill>
            <a:srgbClr val="1E2B3B"/>
          </a:solidFill>
          <a:ln/>
        </p:spPr>
      </p:sp>
      <p:sp>
        <p:nvSpPr>
          <p:cNvPr id="11" name="Shape 9"/>
          <p:cNvSpPr/>
          <p:nvPr/>
        </p:nvSpPr>
        <p:spPr>
          <a:xfrm>
            <a:off x="1028700" y="4100066"/>
            <a:ext cx="28575" cy="716161"/>
          </a:xfrm>
          <a:prstGeom prst="rect">
            <a:avLst/>
          </a:prstGeom>
          <a:solidFill>
            <a:srgbClr val="6FC3B2"/>
          </a:solidFill>
          <a:ln/>
        </p:spPr>
      </p:sp>
      <p:sp>
        <p:nvSpPr>
          <p:cNvPr id="12" name="Text 10"/>
          <p:cNvSpPr/>
          <p:nvPr/>
        </p:nvSpPr>
        <p:spPr>
          <a:xfrm>
            <a:off x="1285875" y="4271516"/>
            <a:ext cx="8616302" cy="411361"/>
          </a:xfrm>
          <a:prstGeom prst="rect">
            <a:avLst/>
          </a:prstGeom>
          <a:noFill/>
          <a:ln/>
        </p:spPr>
        <p:txBody>
          <a:bodyPr wrap="square" lIns="25400" tIns="25400" rIns="25400" bIns="25400" rtlCol="0" anchor="t">
            <a:normAutofit/>
          </a:bodyPr>
          <a:lstStyle/>
          <a:p>
            <a:pPr algn="l" indent="0" marL="0">
              <a:lnSpc>
                <a:spcPct val="98000"/>
              </a:lnSpc>
              <a:buNone/>
            </a:pPr>
            <a:r>
              <a:rPr lang="en-US" sz="2100" b="1" dirty="0">
                <a:solidFill>
                  <a:srgbClr val="F6F4EF"/>
                </a:solidFill>
                <a:latin typeface="Noto Sans KR" pitchFamily="34" charset="0"/>
                <a:ea typeface="Noto Sans KR" pitchFamily="34" charset="-122"/>
                <a:cs typeface="Noto Sans KR" pitchFamily="34" charset="-120"/>
              </a:rPr>
              <a:t>골라 넣는 방법이 검색 — 값으로 찾는 DB, 뜻으로 찾는 벡터</a:t>
            </a:r>
            <a:endParaRPr lang="en-US" sz="2100" dirty="0"/>
          </a:p>
        </p:txBody>
      </p:sp>
      <p:sp>
        <p:nvSpPr>
          <p:cNvPr id="13" name="Shape 11"/>
          <p:cNvSpPr/>
          <p:nvPr/>
        </p:nvSpPr>
        <p:spPr>
          <a:xfrm>
            <a:off x="1028700" y="4930527"/>
            <a:ext cx="8836968" cy="716161"/>
          </a:xfrm>
          <a:prstGeom prst="roundRect">
            <a:avLst>
              <a:gd name="adj" fmla="val 5320"/>
            </a:avLst>
          </a:prstGeom>
          <a:solidFill>
            <a:srgbClr val="1E2B3B"/>
          </a:solidFill>
          <a:ln/>
        </p:spPr>
      </p:sp>
      <p:sp>
        <p:nvSpPr>
          <p:cNvPr id="14" name="Shape 12"/>
          <p:cNvSpPr/>
          <p:nvPr/>
        </p:nvSpPr>
        <p:spPr>
          <a:xfrm>
            <a:off x="1028700" y="4930527"/>
            <a:ext cx="28575" cy="716161"/>
          </a:xfrm>
          <a:prstGeom prst="rect">
            <a:avLst/>
          </a:prstGeom>
          <a:solidFill>
            <a:srgbClr val="6FC3B2"/>
          </a:solidFill>
          <a:ln/>
        </p:spPr>
      </p:sp>
      <p:sp>
        <p:nvSpPr>
          <p:cNvPr id="15" name="Text 13"/>
          <p:cNvSpPr/>
          <p:nvPr/>
        </p:nvSpPr>
        <p:spPr>
          <a:xfrm>
            <a:off x="1285875" y="5101977"/>
            <a:ext cx="8616302" cy="411361"/>
          </a:xfrm>
          <a:prstGeom prst="rect">
            <a:avLst/>
          </a:prstGeom>
          <a:noFill/>
          <a:ln/>
        </p:spPr>
        <p:txBody>
          <a:bodyPr wrap="square" lIns="25400" tIns="25400" rIns="25400" bIns="25400" rtlCol="0" anchor="t">
            <a:normAutofit/>
          </a:bodyPr>
          <a:lstStyle/>
          <a:p>
            <a:pPr algn="l" indent="0" marL="0">
              <a:lnSpc>
                <a:spcPct val="98000"/>
              </a:lnSpc>
              <a:buNone/>
            </a:pPr>
            <a:r>
              <a:rPr lang="en-US" sz="2100" b="1" dirty="0">
                <a:solidFill>
                  <a:srgbClr val="F6F4EF"/>
                </a:solidFill>
                <a:latin typeface="Noto Sans KR" pitchFamily="34" charset="0"/>
                <a:ea typeface="Noto Sans KR" pitchFamily="34" charset="-122"/>
                <a:cs typeface="Noto Sans KR" pitchFamily="34" charset="-120"/>
              </a:rPr>
              <a:t>답의 모양은 못 박고, 근거는 원문에서 그대로 오린다</a:t>
            </a:r>
            <a:endParaRPr lang="en-US" sz="2100" dirty="0"/>
          </a:p>
        </p:txBody>
      </p:sp>
      <p:sp>
        <p:nvSpPr>
          <p:cNvPr id="16" name="Shape 14"/>
          <p:cNvSpPr/>
          <p:nvPr/>
        </p:nvSpPr>
        <p:spPr>
          <a:xfrm>
            <a:off x="1028700" y="5760988"/>
            <a:ext cx="8836968" cy="716161"/>
          </a:xfrm>
          <a:prstGeom prst="roundRect">
            <a:avLst>
              <a:gd name="adj" fmla="val 5320"/>
            </a:avLst>
          </a:prstGeom>
          <a:solidFill>
            <a:srgbClr val="1E2B3B"/>
          </a:solidFill>
          <a:ln/>
        </p:spPr>
      </p:sp>
      <p:sp>
        <p:nvSpPr>
          <p:cNvPr id="17" name="Shape 15"/>
          <p:cNvSpPr/>
          <p:nvPr/>
        </p:nvSpPr>
        <p:spPr>
          <a:xfrm>
            <a:off x="1028700" y="5760988"/>
            <a:ext cx="28575" cy="716161"/>
          </a:xfrm>
          <a:prstGeom prst="rect">
            <a:avLst/>
          </a:prstGeom>
          <a:solidFill>
            <a:srgbClr val="6FC3B2"/>
          </a:solidFill>
          <a:ln/>
        </p:spPr>
      </p:sp>
      <p:sp>
        <p:nvSpPr>
          <p:cNvPr id="18" name="Text 16"/>
          <p:cNvSpPr/>
          <p:nvPr/>
        </p:nvSpPr>
        <p:spPr>
          <a:xfrm>
            <a:off x="1285875" y="5932438"/>
            <a:ext cx="8616302" cy="411361"/>
          </a:xfrm>
          <a:prstGeom prst="rect">
            <a:avLst/>
          </a:prstGeom>
          <a:noFill/>
          <a:ln/>
        </p:spPr>
        <p:txBody>
          <a:bodyPr wrap="square" lIns="25400" tIns="25400" rIns="25400" bIns="25400" rtlCol="0" anchor="t">
            <a:normAutofit/>
          </a:bodyPr>
          <a:lstStyle/>
          <a:p>
            <a:pPr algn="l" indent="0" marL="0">
              <a:lnSpc>
                <a:spcPct val="98000"/>
              </a:lnSpc>
              <a:buNone/>
            </a:pPr>
            <a:r>
              <a:rPr lang="en-US" sz="2100" b="1" dirty="0">
                <a:solidFill>
                  <a:srgbClr val="F6F4EF"/>
                </a:solidFill>
                <a:latin typeface="Noto Sans KR" pitchFamily="34" charset="0"/>
                <a:ea typeface="Noto Sans KR" pitchFamily="34" charset="-122"/>
                <a:cs typeface="Noto Sans KR" pitchFamily="34" charset="-120"/>
              </a:rPr>
              <a:t>한 번에 하나만 바꾸고, 점수와 실행시간을 기록한다</a:t>
            </a:r>
            <a:endParaRPr lang="en-US" sz="2100" dirty="0"/>
          </a:p>
        </p:txBody>
      </p:sp>
      <p:sp>
        <p:nvSpPr>
          <p:cNvPr id="19" name="Shape 17"/>
          <p:cNvSpPr/>
          <p:nvPr/>
        </p:nvSpPr>
        <p:spPr>
          <a:xfrm>
            <a:off x="10189518" y="2439144"/>
            <a:ext cx="7069782" cy="3352800"/>
          </a:xfrm>
          <a:prstGeom prst="roundRect">
            <a:avLst>
              <a:gd name="adj" fmla="val 1705"/>
            </a:avLst>
          </a:prstGeom>
          <a:solidFill>
            <a:srgbClr val="1E2B3B"/>
          </a:solidFill>
          <a:ln w="9525">
            <a:solidFill>
              <a:srgbClr val="33404F"/>
            </a:solidFill>
            <a:prstDash val="solid"/>
          </a:ln>
        </p:spPr>
      </p:sp>
      <p:sp>
        <p:nvSpPr>
          <p:cNvPr id="20" name="Text 18"/>
          <p:cNvSpPr/>
          <p:nvPr/>
        </p:nvSpPr>
        <p:spPr>
          <a:xfrm>
            <a:off x="10465743" y="2677269"/>
            <a:ext cx="7169066"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6FC3B2"/>
                </a:solidFill>
                <a:latin typeface="Noto Sans KR" pitchFamily="34" charset="0"/>
                <a:ea typeface="Noto Sans KR" pitchFamily="34" charset="-122"/>
                <a:cs typeface="Noto Sans KR" pitchFamily="34" charset="-120"/>
              </a:rPr>
              <a:t>지금 바로 할 일</a:t>
            </a:r>
            <a:endParaRPr lang="en-US" sz="1800" dirty="0"/>
          </a:p>
        </p:txBody>
      </p:sp>
      <p:sp>
        <p:nvSpPr>
          <p:cNvPr id="21" name="Text 19"/>
          <p:cNvSpPr/>
          <p:nvPr/>
        </p:nvSpPr>
        <p:spPr>
          <a:xfrm>
            <a:off x="10465743" y="3115419"/>
            <a:ext cx="6712852" cy="1152525"/>
          </a:xfrm>
          <a:prstGeom prst="rect">
            <a:avLst/>
          </a:prstGeom>
          <a:noFill/>
          <a:ln/>
        </p:spPr>
        <p:txBody>
          <a:bodyPr wrap="square" lIns="25400" tIns="25400" rIns="25400" bIns="25400" rtlCol="0" anchor="t">
            <a:normAutofit/>
          </a:bodyPr>
          <a:lstStyle/>
          <a:p>
            <a:pPr algn="l" indent="0" marL="0">
              <a:lnSpc>
                <a:spcPct val="105405"/>
              </a:lnSpc>
              <a:buNone/>
            </a:pPr>
            <a:r>
              <a:rPr lang="en-US" sz="1950" dirty="0">
                <a:solidFill>
                  <a:srgbClr val="F6F4EF"/>
                </a:solidFill>
                <a:latin typeface="Noto Sans KR" pitchFamily="34" charset="0"/>
                <a:ea typeface="Noto Sans KR" pitchFamily="34" charset="-122"/>
                <a:cs typeface="Noto Sans KR" pitchFamily="34" charset="-120"/>
              </a:rPr>
              <a:t>① 자기 담당 자료를 열어본다 — 항목 분석은 항목표·법령 패키지, 검색은 베이스라인의 문서 처리 부분, 실험은 dev 데이터</a:t>
            </a:r>
            <a:endParaRPr lang="en-US" sz="1950" dirty="0"/>
          </a:p>
        </p:txBody>
      </p:sp>
      <p:sp>
        <p:nvSpPr>
          <p:cNvPr id="22" name="Text 20"/>
          <p:cNvSpPr/>
          <p:nvPr/>
        </p:nvSpPr>
        <p:spPr>
          <a:xfrm>
            <a:off x="10465743" y="4334619"/>
            <a:ext cx="6712852" cy="781050"/>
          </a:xfrm>
          <a:prstGeom prst="rect">
            <a:avLst/>
          </a:prstGeom>
          <a:noFill/>
          <a:ln/>
        </p:spPr>
        <p:txBody>
          <a:bodyPr wrap="square" lIns="25400" tIns="25400" rIns="25400" bIns="25400" rtlCol="0" anchor="t">
            <a:normAutofit/>
          </a:bodyPr>
          <a:lstStyle/>
          <a:p>
            <a:pPr algn="l" indent="0" marL="0">
              <a:lnSpc>
                <a:spcPct val="105405"/>
              </a:lnSpc>
              <a:buNone/>
            </a:pPr>
            <a:r>
              <a:rPr lang="en-US" sz="1950" dirty="0">
                <a:solidFill>
                  <a:srgbClr val="F6F4EF"/>
                </a:solidFill>
                <a:latin typeface="Noto Sans KR" pitchFamily="34" charset="0"/>
                <a:ea typeface="Noto Sans KR" pitchFamily="34" charset="-122"/>
                <a:cs typeface="Noto Sans KR" pitchFamily="34" charset="-120"/>
              </a:rPr>
              <a:t>② </a:t>
            </a:r>
            <a:pPr algn="l" indent="0" marL="0">
              <a:lnSpc>
                <a:spcPct val="105405"/>
              </a:lnSpc>
              <a:buNone/>
            </a:pPr>
            <a:r>
              <a:rPr lang="en-US" sz="1950" b="1" dirty="0">
                <a:solidFill>
                  <a:srgbClr val="6FC3B2"/>
                </a:solidFill>
                <a:latin typeface="Noto Sans KR" pitchFamily="34" charset="0"/>
                <a:ea typeface="Noto Sans KR" pitchFamily="34" charset="-122"/>
                <a:cs typeface="Noto Sans KR" pitchFamily="34" charset="-120"/>
              </a:rPr>
              <a:t>모르는 용어를 적어서 보낸다 </a:t>
            </a:r>
            <a:pPr algn="l" indent="0" marL="0">
              <a:lnSpc>
                <a:spcPct val="105405"/>
              </a:lnSpc>
              <a:buNone/>
            </a:pPr>
            <a:r>
              <a:rPr lang="en-US" sz="1950" dirty="0">
                <a:solidFill>
                  <a:srgbClr val="F6F4EF"/>
                </a:solidFill>
                <a:latin typeface="Noto Sans KR" pitchFamily="34" charset="0"/>
                <a:ea typeface="Noto Sans KR" pitchFamily="34" charset="-122"/>
                <a:cs typeface="Noto Sans KR" pitchFamily="34" charset="-120"/>
              </a:rPr>
              <a:t>— 오늘 다 이해했을 리 없고 그게 정상이다</a:t>
            </a:r>
            <a:endParaRPr lang="en-US" sz="1950" dirty="0"/>
          </a:p>
        </p:txBody>
      </p:sp>
      <p:sp>
        <p:nvSpPr>
          <p:cNvPr id="23" name="Text 21"/>
          <p:cNvSpPr/>
          <p:nvPr/>
        </p:nvSpPr>
        <p:spPr>
          <a:xfrm>
            <a:off x="10465743" y="5182344"/>
            <a:ext cx="7169066" cy="409575"/>
          </a:xfrm>
          <a:prstGeom prst="rect">
            <a:avLst/>
          </a:prstGeom>
          <a:noFill/>
          <a:ln/>
        </p:spPr>
        <p:txBody>
          <a:bodyPr wrap="square" lIns="25400" tIns="25400" rIns="25400" bIns="25400" rtlCol="0" anchor="t">
            <a:normAutofit/>
          </a:bodyPr>
          <a:lstStyle/>
          <a:p>
            <a:pPr algn="l" indent="0" marL="0">
              <a:lnSpc>
                <a:spcPct val="105405"/>
              </a:lnSpc>
              <a:buNone/>
            </a:pPr>
            <a:r>
              <a:rPr lang="en-US" sz="1950" dirty="0">
                <a:solidFill>
                  <a:srgbClr val="F6F4EF"/>
                </a:solidFill>
                <a:latin typeface="Noto Sans KR" pitchFamily="34" charset="0"/>
                <a:ea typeface="Noto Sans KR" pitchFamily="34" charset="-122"/>
                <a:cs typeface="Noto Sans KR" pitchFamily="34" charset="-120"/>
              </a:rPr>
              <a:t>③ 이어서 30분 실습 — 도구 설치부터 첫 커밋까지 함께</a:t>
            </a:r>
            <a:endParaRPr lang="en-US" sz="1950" dirty="0"/>
          </a:p>
        </p:txBody>
      </p:sp>
      <p:sp>
        <p:nvSpPr>
          <p:cNvPr id="24" name="Shape 22"/>
          <p:cNvSpPr/>
          <p:nvPr/>
        </p:nvSpPr>
        <p:spPr>
          <a:xfrm>
            <a:off x="10189518" y="5925294"/>
            <a:ext cx="7069782" cy="1552575"/>
          </a:xfrm>
          <a:prstGeom prst="roundRect">
            <a:avLst>
              <a:gd name="adj" fmla="val 3681"/>
            </a:avLst>
          </a:prstGeom>
          <a:solidFill>
            <a:srgbClr val="1E2B3B"/>
          </a:solidFill>
          <a:ln w="9525">
            <a:solidFill>
              <a:srgbClr val="33404F"/>
            </a:solidFill>
            <a:prstDash val="solid"/>
          </a:ln>
        </p:spPr>
      </p:sp>
      <p:sp>
        <p:nvSpPr>
          <p:cNvPr id="25" name="Text 23"/>
          <p:cNvSpPr/>
          <p:nvPr/>
        </p:nvSpPr>
        <p:spPr>
          <a:xfrm>
            <a:off x="10465743" y="6144369"/>
            <a:ext cx="6729426" cy="1152525"/>
          </a:xfrm>
          <a:prstGeom prst="rect">
            <a:avLst/>
          </a:prstGeom>
          <a:noFill/>
          <a:ln/>
        </p:spPr>
        <p:txBody>
          <a:bodyPr wrap="square" lIns="25400" tIns="25400" rIns="25400" bIns="25400" rtlCol="0" anchor="t">
            <a:normAutofit/>
          </a:bodyPr>
          <a:lstStyle/>
          <a:p>
            <a:pPr algn="l" indent="0" marL="0">
              <a:lnSpc>
                <a:spcPct val="105405"/>
              </a:lnSpc>
              <a:buNone/>
            </a:pPr>
            <a:r>
              <a:rPr lang="en-US" sz="1950" dirty="0">
                <a:solidFill>
                  <a:srgbClr val="C6CEDA"/>
                </a:solidFill>
                <a:highlight>
                  <a:srgbClr val="1E2B3B"/>
                </a:highlight>
                <a:latin typeface="Noto Sans KR" pitchFamily="34" charset="0"/>
                <a:ea typeface="Noto Sans KR" pitchFamily="34" charset="-122"/>
                <a:cs typeface="Noto Sans KR" pitchFamily="34" charset="-120"/>
              </a:rPr>
              <a:t>이 강의의 숫자·규칙은 대회 공식 페이지와 배포 베이스라인에서 2026.09.15에 확인한 것 · </a:t>
            </a:r>
            <a:pPr algn="l" indent="0" marL="0">
              <a:lnSpc>
                <a:spcPct val="105405"/>
              </a:lnSpc>
              <a:buNone/>
            </a:pPr>
            <a:r>
              <a:rPr lang="en-US" sz="1950" b="1" dirty="0">
                <a:solidFill>
                  <a:srgbClr val="F6F4EF"/>
                </a:solidFill>
                <a:latin typeface="Noto Sans KR" pitchFamily="34" charset="0"/>
                <a:ea typeface="Noto Sans KR" pitchFamily="34" charset="-122"/>
                <a:cs typeface="Noto Sans KR" pitchFamily="34" charset="-120"/>
              </a:rPr>
              <a:t>금액 기준과 조문 번호는 반드시 배포 자료에서 직접 확인</a:t>
            </a:r>
            <a:endParaRPr lang="en-US" sz="1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1028700" y="762000"/>
            <a:ext cx="17853660" cy="390525"/>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0F6B5E"/>
                </a:solidFill>
                <a:latin typeface="Noto Sans KR" pitchFamily="34" charset="0"/>
                <a:ea typeface="Noto Sans KR" pitchFamily="34" charset="-122"/>
                <a:cs typeface="Noto Sans KR" pitchFamily="34" charset="-120"/>
              </a:rPr>
              <a:t>부록</a:t>
            </a:r>
            <a:endParaRPr lang="en-US" sz="1950" dirty="0"/>
          </a:p>
        </p:txBody>
      </p:sp>
      <p:sp>
        <p:nvSpPr>
          <p:cNvPr id="3" name="Text 1"/>
          <p:cNvSpPr/>
          <p:nvPr/>
        </p:nvSpPr>
        <p:spPr>
          <a:xfrm>
            <a:off x="1028700" y="1228725"/>
            <a:ext cx="17853660" cy="638175"/>
          </a:xfrm>
          <a:prstGeom prst="rect">
            <a:avLst/>
          </a:prstGeom>
          <a:noFill/>
          <a:ln/>
        </p:spPr>
        <p:txBody>
          <a:bodyPr wrap="square" lIns="25400" tIns="25400" rIns="25400" bIns="25400" rtlCol="0" anchor="t">
            <a:normAutofit/>
          </a:bodyPr>
          <a:lstStyle/>
          <a:p>
            <a:pPr algn="l" indent="0" marL="0">
              <a:lnSpc>
                <a:spcPct val="87500"/>
              </a:lnSpc>
              <a:buNone/>
            </a:pPr>
            <a:r>
              <a:rPr lang="en-US" sz="3750" b="1" spc="-37" kern="0" dirty="0">
                <a:solidFill>
                  <a:srgbClr val="16202E"/>
                </a:solidFill>
                <a:latin typeface="Noto Sans KR" pitchFamily="34" charset="0"/>
                <a:ea typeface="Noto Sans KR" pitchFamily="34" charset="-122"/>
                <a:cs typeface="Noto Sans KR" pitchFamily="34" charset="-120"/>
              </a:rPr>
              <a:t>오늘 나온 용어 한 장 정리</a:t>
            </a:r>
            <a:endParaRPr lang="en-US" sz="3750" dirty="0"/>
          </a:p>
        </p:txBody>
      </p:sp>
      <p:sp>
        <p:nvSpPr>
          <p:cNvPr id="4" name="Text 2"/>
          <p:cNvSpPr/>
          <p:nvPr/>
        </p:nvSpPr>
        <p:spPr>
          <a:xfrm>
            <a:off x="1028700" y="2076450"/>
            <a:ext cx="1885950" cy="371475"/>
          </a:xfrm>
          <a:prstGeom prst="rect">
            <a:avLst/>
          </a:prstGeom>
          <a:noFill/>
          <a:ln/>
        </p:spPr>
        <p:txBody>
          <a:bodyPr wrap="square" lIns="25400" tIns="25400" rIns="25400" bIns="25400" rtlCol="0" anchor="t">
            <a:normAutofit/>
          </a:bodyPr>
          <a:lstStyle/>
          <a:p>
            <a:pPr algn="l" indent="0" marL="0">
              <a:lnSpc>
                <a:spcPct val="97222"/>
              </a:lnSpc>
              <a:buNone/>
            </a:pPr>
            <a:r>
              <a:rPr lang="en-US" sz="1875" b="1" dirty="0">
                <a:solidFill>
                  <a:srgbClr val="0F6B5E"/>
                </a:solidFill>
                <a:latin typeface="Noto Sans KR" pitchFamily="34" charset="0"/>
                <a:ea typeface="Noto Sans KR" pitchFamily="34" charset="-122"/>
                <a:cs typeface="Noto Sans KR" pitchFamily="34" charset="-120"/>
              </a:rPr>
              <a:t>토큰</a:t>
            </a:r>
            <a:endParaRPr lang="en-US" sz="1875" dirty="0"/>
          </a:p>
        </p:txBody>
      </p:sp>
      <p:sp>
        <p:nvSpPr>
          <p:cNvPr id="5" name="Text 3"/>
          <p:cNvSpPr/>
          <p:nvPr/>
        </p:nvSpPr>
        <p:spPr>
          <a:xfrm>
            <a:off x="2914650" y="2076450"/>
            <a:ext cx="5821888" cy="371475"/>
          </a:xfrm>
          <a:prstGeom prst="rect">
            <a:avLst/>
          </a:prstGeom>
          <a:noFill/>
          <a:ln/>
        </p:spPr>
        <p:txBody>
          <a:bodyPr wrap="square" lIns="25400" tIns="25400" rIns="25400" bIns="25400" rtlCol="0" anchor="t">
            <a:normAutofit/>
          </a:bodyPr>
          <a:lstStyle/>
          <a:p>
            <a:pPr algn="l" indent="0" marL="0">
              <a:lnSpc>
                <a:spcPct val="97222"/>
              </a:lnSpc>
              <a:buNone/>
            </a:pPr>
            <a:r>
              <a:rPr lang="en-US" sz="1875" dirty="0">
                <a:solidFill>
                  <a:srgbClr val="3C4654"/>
                </a:solidFill>
                <a:latin typeface="Noto Sans KR" pitchFamily="34" charset="0"/>
                <a:ea typeface="Noto Sans KR" pitchFamily="34" charset="-122"/>
                <a:cs typeface="Noto Sans KR" pitchFamily="34" charset="-120"/>
              </a:rPr>
              <a:t>모델이 글을 세는 조각. 한글은 대략 한 글자 ≒ 한 토큰</a:t>
            </a:r>
            <a:endParaRPr lang="en-US" sz="1875" dirty="0"/>
          </a:p>
        </p:txBody>
      </p:sp>
      <p:sp>
        <p:nvSpPr>
          <p:cNvPr id="6" name="Text 4"/>
          <p:cNvSpPr/>
          <p:nvPr/>
        </p:nvSpPr>
        <p:spPr>
          <a:xfrm>
            <a:off x="9334500" y="2076450"/>
            <a:ext cx="1885950" cy="371475"/>
          </a:xfrm>
          <a:prstGeom prst="rect">
            <a:avLst/>
          </a:prstGeom>
          <a:noFill/>
          <a:ln/>
        </p:spPr>
        <p:txBody>
          <a:bodyPr wrap="square" lIns="25400" tIns="25400" rIns="25400" bIns="25400" rtlCol="0" anchor="t">
            <a:normAutofit/>
          </a:bodyPr>
          <a:lstStyle/>
          <a:p>
            <a:pPr algn="l" indent="0" marL="0">
              <a:lnSpc>
                <a:spcPct val="97222"/>
              </a:lnSpc>
              <a:buNone/>
            </a:pPr>
            <a:r>
              <a:rPr lang="en-US" sz="1875" b="1" dirty="0">
                <a:solidFill>
                  <a:srgbClr val="0F6B5E"/>
                </a:solidFill>
                <a:latin typeface="Noto Sans KR" pitchFamily="34" charset="0"/>
                <a:ea typeface="Noto Sans KR" pitchFamily="34" charset="-122"/>
                <a:cs typeface="Noto Sans KR" pitchFamily="34" charset="-120"/>
              </a:rPr>
              <a:t>청크</a:t>
            </a:r>
            <a:endParaRPr lang="en-US" sz="1875" dirty="0"/>
          </a:p>
        </p:txBody>
      </p:sp>
      <p:sp>
        <p:nvSpPr>
          <p:cNvPr id="7" name="Text 5"/>
          <p:cNvSpPr/>
          <p:nvPr/>
        </p:nvSpPr>
        <p:spPr>
          <a:xfrm>
            <a:off x="11220450" y="2076450"/>
            <a:ext cx="5793894" cy="371475"/>
          </a:xfrm>
          <a:prstGeom prst="rect">
            <a:avLst/>
          </a:prstGeom>
          <a:noFill/>
          <a:ln/>
        </p:spPr>
        <p:txBody>
          <a:bodyPr wrap="square" lIns="25400" tIns="25400" rIns="25400" bIns="25400" rtlCol="0" anchor="t">
            <a:normAutofit/>
          </a:bodyPr>
          <a:lstStyle/>
          <a:p>
            <a:pPr algn="l" indent="0" marL="0">
              <a:lnSpc>
                <a:spcPct val="97222"/>
              </a:lnSpc>
              <a:buNone/>
            </a:pPr>
            <a:r>
              <a:rPr lang="en-US" sz="1875" dirty="0">
                <a:solidFill>
                  <a:srgbClr val="3C4654"/>
                </a:solidFill>
                <a:latin typeface="Noto Sans KR" pitchFamily="34" charset="0"/>
                <a:ea typeface="Noto Sans KR" pitchFamily="34" charset="-122"/>
                <a:cs typeface="Noto Sans KR" pitchFamily="34" charset="-120"/>
              </a:rPr>
              <a:t>검색을 위해 긴 문서를 잘라 둔 조각. 우리는 조문 단위</a:t>
            </a:r>
            <a:endParaRPr lang="en-US" sz="1875" dirty="0"/>
          </a:p>
        </p:txBody>
      </p:sp>
      <p:sp>
        <p:nvSpPr>
          <p:cNvPr id="8" name="Text 6"/>
          <p:cNvSpPr/>
          <p:nvPr/>
        </p:nvSpPr>
        <p:spPr>
          <a:xfrm>
            <a:off x="1028700" y="2524125"/>
            <a:ext cx="1885950" cy="371475"/>
          </a:xfrm>
          <a:prstGeom prst="rect">
            <a:avLst/>
          </a:prstGeom>
          <a:noFill/>
          <a:ln/>
        </p:spPr>
        <p:txBody>
          <a:bodyPr wrap="square" lIns="25400" tIns="25400" rIns="25400" bIns="25400" rtlCol="0" anchor="t">
            <a:normAutofit/>
          </a:bodyPr>
          <a:lstStyle/>
          <a:p>
            <a:pPr algn="l" indent="0" marL="0">
              <a:lnSpc>
                <a:spcPct val="97222"/>
              </a:lnSpc>
              <a:buNone/>
            </a:pPr>
            <a:r>
              <a:rPr lang="en-US" sz="1875" b="1" dirty="0">
                <a:solidFill>
                  <a:srgbClr val="0F6B5E"/>
                </a:solidFill>
                <a:latin typeface="Noto Sans KR" pitchFamily="34" charset="0"/>
                <a:ea typeface="Noto Sans KR" pitchFamily="34" charset="-122"/>
                <a:cs typeface="Noto Sans KR" pitchFamily="34" charset="-120"/>
              </a:rPr>
              <a:t>컨텍스트 길이</a:t>
            </a:r>
            <a:endParaRPr lang="en-US" sz="1875" dirty="0"/>
          </a:p>
        </p:txBody>
      </p:sp>
      <p:sp>
        <p:nvSpPr>
          <p:cNvPr id="9" name="Text 7"/>
          <p:cNvSpPr/>
          <p:nvPr/>
        </p:nvSpPr>
        <p:spPr>
          <a:xfrm>
            <a:off x="2914650" y="2524125"/>
            <a:ext cx="6289119" cy="371475"/>
          </a:xfrm>
          <a:prstGeom prst="rect">
            <a:avLst/>
          </a:prstGeom>
          <a:noFill/>
          <a:ln/>
        </p:spPr>
        <p:txBody>
          <a:bodyPr wrap="square" lIns="25400" tIns="25400" rIns="25400" bIns="25400" rtlCol="0" anchor="t">
            <a:normAutofit/>
          </a:bodyPr>
          <a:lstStyle/>
          <a:p>
            <a:pPr algn="l" indent="0" marL="0">
              <a:lnSpc>
                <a:spcPct val="97222"/>
              </a:lnSpc>
              <a:buNone/>
            </a:pPr>
            <a:r>
              <a:rPr lang="en-US" sz="1875" dirty="0">
                <a:solidFill>
                  <a:srgbClr val="3C4654"/>
                </a:solidFill>
                <a:latin typeface="Noto Sans KR" pitchFamily="34" charset="0"/>
                <a:ea typeface="Noto Sans KR" pitchFamily="34" charset="-122"/>
                <a:cs typeface="Noto Sans KR" pitchFamily="34" charset="-120"/>
              </a:rPr>
              <a:t>모델이 한 번에 읽을 수 있는 최대 토큰 수 (우리는 16,384)</a:t>
            </a:r>
            <a:endParaRPr lang="en-US" sz="1875" dirty="0"/>
          </a:p>
        </p:txBody>
      </p:sp>
      <p:sp>
        <p:nvSpPr>
          <p:cNvPr id="10" name="Text 8"/>
          <p:cNvSpPr/>
          <p:nvPr/>
        </p:nvSpPr>
        <p:spPr>
          <a:xfrm>
            <a:off x="9334500" y="2524125"/>
            <a:ext cx="1885950" cy="371475"/>
          </a:xfrm>
          <a:prstGeom prst="rect">
            <a:avLst/>
          </a:prstGeom>
          <a:noFill/>
          <a:ln/>
        </p:spPr>
        <p:txBody>
          <a:bodyPr wrap="square" lIns="25400" tIns="25400" rIns="25400" bIns="25400" rtlCol="0" anchor="t">
            <a:normAutofit/>
          </a:bodyPr>
          <a:lstStyle/>
          <a:p>
            <a:pPr algn="l" indent="0" marL="0">
              <a:lnSpc>
                <a:spcPct val="97222"/>
              </a:lnSpc>
              <a:buNone/>
            </a:pPr>
            <a:r>
              <a:rPr lang="en-US" sz="1875" b="1" dirty="0">
                <a:solidFill>
                  <a:srgbClr val="0F6B5E"/>
                </a:solidFill>
                <a:latin typeface="Noto Sans KR" pitchFamily="34" charset="0"/>
                <a:ea typeface="Noto Sans KR" pitchFamily="34" charset="-122"/>
                <a:cs typeface="Noto Sans KR" pitchFamily="34" charset="-120"/>
              </a:rPr>
              <a:t>BM25</a:t>
            </a:r>
            <a:endParaRPr lang="en-US" sz="1875" dirty="0"/>
          </a:p>
        </p:txBody>
      </p:sp>
      <p:sp>
        <p:nvSpPr>
          <p:cNvPr id="11" name="Text 9"/>
          <p:cNvSpPr/>
          <p:nvPr/>
        </p:nvSpPr>
        <p:spPr>
          <a:xfrm>
            <a:off x="11220450" y="2524125"/>
            <a:ext cx="5700415" cy="371475"/>
          </a:xfrm>
          <a:prstGeom prst="rect">
            <a:avLst/>
          </a:prstGeom>
          <a:noFill/>
          <a:ln/>
        </p:spPr>
        <p:txBody>
          <a:bodyPr wrap="square" lIns="25400" tIns="25400" rIns="25400" bIns="25400" rtlCol="0" anchor="t">
            <a:normAutofit/>
          </a:bodyPr>
          <a:lstStyle/>
          <a:p>
            <a:pPr algn="l" indent="0" marL="0">
              <a:lnSpc>
                <a:spcPct val="97222"/>
              </a:lnSpc>
              <a:buNone/>
            </a:pPr>
            <a:r>
              <a:rPr lang="en-US" sz="1875" dirty="0">
                <a:solidFill>
                  <a:srgbClr val="3C4654"/>
                </a:solidFill>
                <a:latin typeface="Noto Sans KR" pitchFamily="34" charset="0"/>
                <a:ea typeface="Noto Sans KR" pitchFamily="34" charset="-122"/>
                <a:cs typeface="Noto Sans KR" pitchFamily="34" charset="-120"/>
              </a:rPr>
              <a:t>단어가 겹치는 정도로 찾는 검색. 빠르고 GPU 불필요</a:t>
            </a:r>
            <a:endParaRPr lang="en-US" sz="1875" dirty="0"/>
          </a:p>
        </p:txBody>
      </p:sp>
      <p:sp>
        <p:nvSpPr>
          <p:cNvPr id="12" name="Text 10"/>
          <p:cNvSpPr/>
          <p:nvPr/>
        </p:nvSpPr>
        <p:spPr>
          <a:xfrm>
            <a:off x="1028700" y="2971800"/>
            <a:ext cx="1885950" cy="371475"/>
          </a:xfrm>
          <a:prstGeom prst="rect">
            <a:avLst/>
          </a:prstGeom>
          <a:noFill/>
          <a:ln/>
        </p:spPr>
        <p:txBody>
          <a:bodyPr wrap="square" lIns="25400" tIns="25400" rIns="25400" bIns="25400" rtlCol="0" anchor="t">
            <a:normAutofit/>
          </a:bodyPr>
          <a:lstStyle/>
          <a:p>
            <a:pPr algn="l" indent="0" marL="0">
              <a:lnSpc>
                <a:spcPct val="97222"/>
              </a:lnSpc>
              <a:buNone/>
            </a:pPr>
            <a:r>
              <a:rPr lang="en-US" sz="1875" b="1" dirty="0">
                <a:solidFill>
                  <a:srgbClr val="0F6B5E"/>
                </a:solidFill>
                <a:latin typeface="Noto Sans KR" pitchFamily="34" charset="0"/>
                <a:ea typeface="Noto Sans KR" pitchFamily="34" charset="-122"/>
                <a:cs typeface="Noto Sans KR" pitchFamily="34" charset="-120"/>
              </a:rPr>
              <a:t>프롬프트</a:t>
            </a:r>
            <a:endParaRPr lang="en-US" sz="1875" dirty="0"/>
          </a:p>
        </p:txBody>
      </p:sp>
      <p:sp>
        <p:nvSpPr>
          <p:cNvPr id="13" name="Text 11"/>
          <p:cNvSpPr/>
          <p:nvPr/>
        </p:nvSpPr>
        <p:spPr>
          <a:xfrm>
            <a:off x="2914650" y="2971800"/>
            <a:ext cx="5779978" cy="371475"/>
          </a:xfrm>
          <a:prstGeom prst="rect">
            <a:avLst/>
          </a:prstGeom>
          <a:noFill/>
          <a:ln/>
        </p:spPr>
        <p:txBody>
          <a:bodyPr wrap="square" lIns="25400" tIns="25400" rIns="25400" bIns="25400" rtlCol="0" anchor="t">
            <a:normAutofit/>
          </a:bodyPr>
          <a:lstStyle/>
          <a:p>
            <a:pPr algn="l" indent="0" marL="0">
              <a:lnSpc>
                <a:spcPct val="97222"/>
              </a:lnSpc>
              <a:buNone/>
            </a:pPr>
            <a:r>
              <a:rPr lang="en-US" sz="1875" dirty="0">
                <a:solidFill>
                  <a:srgbClr val="3C4654"/>
                </a:solidFill>
                <a:latin typeface="Noto Sans KR" pitchFamily="34" charset="0"/>
                <a:ea typeface="Noto Sans KR" pitchFamily="34" charset="-122"/>
                <a:cs typeface="Noto Sans KR" pitchFamily="34" charset="-120"/>
              </a:rPr>
              <a:t>모델에게 한 번에 보내는 글 전체 (지시 + 조문 + 공고)</a:t>
            </a:r>
            <a:endParaRPr lang="en-US" sz="1875" dirty="0"/>
          </a:p>
        </p:txBody>
      </p:sp>
      <p:sp>
        <p:nvSpPr>
          <p:cNvPr id="14" name="Text 12"/>
          <p:cNvSpPr/>
          <p:nvPr/>
        </p:nvSpPr>
        <p:spPr>
          <a:xfrm>
            <a:off x="9334500" y="2971800"/>
            <a:ext cx="1885950" cy="371475"/>
          </a:xfrm>
          <a:prstGeom prst="rect">
            <a:avLst/>
          </a:prstGeom>
          <a:noFill/>
          <a:ln/>
        </p:spPr>
        <p:txBody>
          <a:bodyPr wrap="square" lIns="25400" tIns="25400" rIns="25400" bIns="25400" rtlCol="0" anchor="t">
            <a:normAutofit/>
          </a:bodyPr>
          <a:lstStyle/>
          <a:p>
            <a:pPr algn="l" indent="0" marL="0">
              <a:lnSpc>
                <a:spcPct val="97222"/>
              </a:lnSpc>
              <a:buNone/>
            </a:pPr>
            <a:r>
              <a:rPr lang="en-US" sz="1875" b="1" dirty="0">
                <a:solidFill>
                  <a:srgbClr val="0F6B5E"/>
                </a:solidFill>
                <a:latin typeface="Noto Sans KR" pitchFamily="34" charset="0"/>
                <a:ea typeface="Noto Sans KR" pitchFamily="34" charset="-122"/>
                <a:cs typeface="Noto Sans KR" pitchFamily="34" charset="-120"/>
              </a:rPr>
              <a:t>임베딩</a:t>
            </a:r>
            <a:endParaRPr lang="en-US" sz="1875" dirty="0"/>
          </a:p>
        </p:txBody>
      </p:sp>
      <p:sp>
        <p:nvSpPr>
          <p:cNvPr id="15" name="Text 13"/>
          <p:cNvSpPr/>
          <p:nvPr/>
        </p:nvSpPr>
        <p:spPr>
          <a:xfrm>
            <a:off x="11220450" y="2971800"/>
            <a:ext cx="5195858" cy="371475"/>
          </a:xfrm>
          <a:prstGeom prst="rect">
            <a:avLst/>
          </a:prstGeom>
          <a:noFill/>
          <a:ln/>
        </p:spPr>
        <p:txBody>
          <a:bodyPr wrap="square" lIns="25400" tIns="25400" rIns="25400" bIns="25400" rtlCol="0" anchor="t">
            <a:normAutofit/>
          </a:bodyPr>
          <a:lstStyle/>
          <a:p>
            <a:pPr algn="l" indent="0" marL="0">
              <a:lnSpc>
                <a:spcPct val="97222"/>
              </a:lnSpc>
              <a:buNone/>
            </a:pPr>
            <a:r>
              <a:rPr lang="en-US" sz="1875" dirty="0">
                <a:solidFill>
                  <a:srgbClr val="3C4654"/>
                </a:solidFill>
                <a:latin typeface="Noto Sans KR" pitchFamily="34" charset="0"/>
                <a:ea typeface="Noto Sans KR" pitchFamily="34" charset="-122"/>
                <a:cs typeface="Noto Sans KR" pitchFamily="34" charset="-120"/>
              </a:rPr>
              <a:t>문장을 뜻이 담긴 숫자 목록(벡터)으로 바꾸는 것</a:t>
            </a:r>
            <a:endParaRPr lang="en-US" sz="1875" dirty="0"/>
          </a:p>
        </p:txBody>
      </p:sp>
      <p:sp>
        <p:nvSpPr>
          <p:cNvPr id="16" name="Text 14"/>
          <p:cNvSpPr/>
          <p:nvPr/>
        </p:nvSpPr>
        <p:spPr>
          <a:xfrm>
            <a:off x="1028700" y="3419475"/>
            <a:ext cx="1885950" cy="371475"/>
          </a:xfrm>
          <a:prstGeom prst="rect">
            <a:avLst/>
          </a:prstGeom>
          <a:noFill/>
          <a:ln/>
        </p:spPr>
        <p:txBody>
          <a:bodyPr wrap="square" lIns="25400" tIns="25400" rIns="25400" bIns="25400" rtlCol="0" anchor="t">
            <a:normAutofit/>
          </a:bodyPr>
          <a:lstStyle/>
          <a:p>
            <a:pPr algn="l" indent="0" marL="0">
              <a:lnSpc>
                <a:spcPct val="97222"/>
              </a:lnSpc>
              <a:buNone/>
            </a:pPr>
            <a:r>
              <a:rPr lang="en-US" sz="1875" b="1" dirty="0">
                <a:solidFill>
                  <a:srgbClr val="0F6B5E"/>
                </a:solidFill>
                <a:latin typeface="Noto Sans KR" pitchFamily="34" charset="0"/>
                <a:ea typeface="Noto Sans KR" pitchFamily="34" charset="-122"/>
                <a:cs typeface="Noto Sans KR" pitchFamily="34" charset="-120"/>
              </a:rPr>
              <a:t>환각</a:t>
            </a:r>
            <a:endParaRPr lang="en-US" sz="1875" dirty="0"/>
          </a:p>
        </p:txBody>
      </p:sp>
      <p:sp>
        <p:nvSpPr>
          <p:cNvPr id="17" name="Text 15"/>
          <p:cNvSpPr/>
          <p:nvPr/>
        </p:nvSpPr>
        <p:spPr>
          <a:xfrm>
            <a:off x="2914650" y="3419475"/>
            <a:ext cx="5259705" cy="371475"/>
          </a:xfrm>
          <a:prstGeom prst="rect">
            <a:avLst/>
          </a:prstGeom>
          <a:noFill/>
          <a:ln/>
        </p:spPr>
        <p:txBody>
          <a:bodyPr wrap="square" lIns="25400" tIns="25400" rIns="25400" bIns="25400" rtlCol="0" anchor="t">
            <a:normAutofit/>
          </a:bodyPr>
          <a:lstStyle/>
          <a:p>
            <a:pPr algn="l" indent="0" marL="0">
              <a:lnSpc>
                <a:spcPct val="97222"/>
              </a:lnSpc>
              <a:buNone/>
            </a:pPr>
            <a:r>
              <a:rPr lang="en-US" sz="1875" dirty="0">
                <a:solidFill>
                  <a:srgbClr val="3C4654"/>
                </a:solidFill>
                <a:latin typeface="Noto Sans KR" pitchFamily="34" charset="0"/>
                <a:ea typeface="Noto Sans KR" pitchFamily="34" charset="-122"/>
                <a:cs typeface="Noto Sans KR" pitchFamily="34" charset="-120"/>
              </a:rPr>
              <a:t>모델이 근거 없이 그럴듯한 말을 만들어내는 현상</a:t>
            </a:r>
            <a:endParaRPr lang="en-US" sz="1875" dirty="0"/>
          </a:p>
        </p:txBody>
      </p:sp>
      <p:sp>
        <p:nvSpPr>
          <p:cNvPr id="18" name="Text 16"/>
          <p:cNvSpPr/>
          <p:nvPr/>
        </p:nvSpPr>
        <p:spPr>
          <a:xfrm>
            <a:off x="9334500" y="3419475"/>
            <a:ext cx="1885950" cy="371475"/>
          </a:xfrm>
          <a:prstGeom prst="rect">
            <a:avLst/>
          </a:prstGeom>
          <a:noFill/>
          <a:ln/>
        </p:spPr>
        <p:txBody>
          <a:bodyPr wrap="square" lIns="25400" tIns="25400" rIns="25400" bIns="25400" rtlCol="0" anchor="t">
            <a:normAutofit/>
          </a:bodyPr>
          <a:lstStyle/>
          <a:p>
            <a:pPr algn="l" indent="0" marL="0">
              <a:lnSpc>
                <a:spcPct val="97222"/>
              </a:lnSpc>
              <a:buNone/>
            </a:pPr>
            <a:r>
              <a:rPr lang="en-US" sz="1875" b="1" dirty="0">
                <a:solidFill>
                  <a:srgbClr val="0F6B5E"/>
                </a:solidFill>
                <a:latin typeface="Noto Sans KR" pitchFamily="34" charset="0"/>
                <a:ea typeface="Noto Sans KR" pitchFamily="34" charset="-122"/>
                <a:cs typeface="Noto Sans KR" pitchFamily="34" charset="-120"/>
              </a:rPr>
              <a:t>벡터 DB</a:t>
            </a:r>
            <a:endParaRPr lang="en-US" sz="1875" dirty="0"/>
          </a:p>
        </p:txBody>
      </p:sp>
      <p:sp>
        <p:nvSpPr>
          <p:cNvPr id="19" name="Text 17"/>
          <p:cNvSpPr/>
          <p:nvPr/>
        </p:nvSpPr>
        <p:spPr>
          <a:xfrm>
            <a:off x="11220450" y="3419475"/>
            <a:ext cx="5340906" cy="371475"/>
          </a:xfrm>
          <a:prstGeom prst="rect">
            <a:avLst/>
          </a:prstGeom>
          <a:noFill/>
          <a:ln/>
        </p:spPr>
        <p:txBody>
          <a:bodyPr wrap="square" lIns="25400" tIns="25400" rIns="25400" bIns="25400" rtlCol="0" anchor="t">
            <a:normAutofit/>
          </a:bodyPr>
          <a:lstStyle/>
          <a:p>
            <a:pPr algn="l" indent="0" marL="0">
              <a:lnSpc>
                <a:spcPct val="97222"/>
              </a:lnSpc>
              <a:buNone/>
            </a:pPr>
            <a:r>
              <a:rPr lang="en-US" sz="1875" dirty="0">
                <a:solidFill>
                  <a:srgbClr val="3C4654"/>
                </a:solidFill>
                <a:latin typeface="Noto Sans KR" pitchFamily="34" charset="0"/>
                <a:ea typeface="Noto Sans KR" pitchFamily="34" charset="-122"/>
                <a:cs typeface="Noto Sans KR" pitchFamily="34" charset="-120"/>
              </a:rPr>
              <a:t>벡터를 저장해 두고 "뜻이 가까운 것"을 찾는 창고</a:t>
            </a:r>
            <a:endParaRPr lang="en-US" sz="1875" dirty="0"/>
          </a:p>
        </p:txBody>
      </p:sp>
      <p:sp>
        <p:nvSpPr>
          <p:cNvPr id="20" name="Text 18"/>
          <p:cNvSpPr/>
          <p:nvPr/>
        </p:nvSpPr>
        <p:spPr>
          <a:xfrm>
            <a:off x="1028700" y="3867150"/>
            <a:ext cx="1885950" cy="371475"/>
          </a:xfrm>
          <a:prstGeom prst="rect">
            <a:avLst/>
          </a:prstGeom>
          <a:noFill/>
          <a:ln/>
        </p:spPr>
        <p:txBody>
          <a:bodyPr wrap="square" lIns="25400" tIns="25400" rIns="25400" bIns="25400" rtlCol="0" anchor="t">
            <a:normAutofit/>
          </a:bodyPr>
          <a:lstStyle/>
          <a:p>
            <a:pPr algn="l" indent="0" marL="0">
              <a:lnSpc>
                <a:spcPct val="97222"/>
              </a:lnSpc>
              <a:buNone/>
            </a:pPr>
            <a:r>
              <a:rPr lang="en-US" sz="1875" b="1" dirty="0">
                <a:solidFill>
                  <a:srgbClr val="0F6B5E"/>
                </a:solidFill>
                <a:latin typeface="Noto Sans KR" pitchFamily="34" charset="0"/>
                <a:ea typeface="Noto Sans KR" pitchFamily="34" charset="-122"/>
                <a:cs typeface="Noto Sans KR" pitchFamily="34" charset="-120"/>
              </a:rPr>
              <a:t>temperature</a:t>
            </a:r>
            <a:endParaRPr lang="en-US" sz="1875" dirty="0"/>
          </a:p>
        </p:txBody>
      </p:sp>
      <p:sp>
        <p:nvSpPr>
          <p:cNvPr id="21" name="Text 19"/>
          <p:cNvSpPr/>
          <p:nvPr/>
        </p:nvSpPr>
        <p:spPr>
          <a:xfrm>
            <a:off x="2914650" y="3867150"/>
            <a:ext cx="3959022" cy="371475"/>
          </a:xfrm>
          <a:prstGeom prst="rect">
            <a:avLst/>
          </a:prstGeom>
          <a:noFill/>
          <a:ln/>
        </p:spPr>
        <p:txBody>
          <a:bodyPr wrap="square" lIns="25400" tIns="25400" rIns="25400" bIns="25400" rtlCol="0" anchor="t">
            <a:normAutofit/>
          </a:bodyPr>
          <a:lstStyle/>
          <a:p>
            <a:pPr algn="l" indent="0" marL="0">
              <a:lnSpc>
                <a:spcPct val="97222"/>
              </a:lnSpc>
              <a:buNone/>
            </a:pPr>
            <a:r>
              <a:rPr lang="en-US" sz="1875" dirty="0">
                <a:solidFill>
                  <a:srgbClr val="3C4654"/>
                </a:solidFill>
                <a:latin typeface="Noto Sans KR" pitchFamily="34" charset="0"/>
                <a:ea typeface="Noto Sans KR" pitchFamily="34" charset="-122"/>
                <a:cs typeface="Noto Sans KR" pitchFamily="34" charset="-120"/>
              </a:rPr>
              <a:t>답의 흔들림 정도. 우리는 0으로 고정</a:t>
            </a:r>
            <a:endParaRPr lang="en-US" sz="1875" dirty="0"/>
          </a:p>
        </p:txBody>
      </p:sp>
      <p:sp>
        <p:nvSpPr>
          <p:cNvPr id="22" name="Text 20"/>
          <p:cNvSpPr/>
          <p:nvPr/>
        </p:nvSpPr>
        <p:spPr>
          <a:xfrm>
            <a:off x="9334500" y="3867150"/>
            <a:ext cx="1885950" cy="371475"/>
          </a:xfrm>
          <a:prstGeom prst="rect">
            <a:avLst/>
          </a:prstGeom>
          <a:noFill/>
          <a:ln/>
        </p:spPr>
        <p:txBody>
          <a:bodyPr wrap="square" lIns="25400" tIns="25400" rIns="25400" bIns="25400" rtlCol="0" anchor="t">
            <a:normAutofit/>
          </a:bodyPr>
          <a:lstStyle/>
          <a:p>
            <a:pPr algn="l" indent="0" marL="0">
              <a:lnSpc>
                <a:spcPct val="97222"/>
              </a:lnSpc>
              <a:buNone/>
            </a:pPr>
            <a:r>
              <a:rPr lang="en-US" sz="1875" b="1" dirty="0">
                <a:solidFill>
                  <a:srgbClr val="0F6B5E"/>
                </a:solidFill>
                <a:latin typeface="Noto Sans KR" pitchFamily="34" charset="0"/>
                <a:ea typeface="Noto Sans KR" pitchFamily="34" charset="-122"/>
                <a:cs typeface="Noto Sans KR" pitchFamily="34" charset="-120"/>
              </a:rPr>
              <a:t>top-k</a:t>
            </a:r>
            <a:endParaRPr lang="en-US" sz="1875" dirty="0"/>
          </a:p>
        </p:txBody>
      </p:sp>
      <p:sp>
        <p:nvSpPr>
          <p:cNvPr id="23" name="Text 21"/>
          <p:cNvSpPr/>
          <p:nvPr/>
        </p:nvSpPr>
        <p:spPr>
          <a:xfrm>
            <a:off x="11220450" y="3867150"/>
            <a:ext cx="4901997" cy="371475"/>
          </a:xfrm>
          <a:prstGeom prst="rect">
            <a:avLst/>
          </a:prstGeom>
          <a:noFill/>
          <a:ln/>
        </p:spPr>
        <p:txBody>
          <a:bodyPr wrap="square" lIns="25400" tIns="25400" rIns="25400" bIns="25400" rtlCol="0" anchor="t">
            <a:normAutofit/>
          </a:bodyPr>
          <a:lstStyle/>
          <a:p>
            <a:pPr algn="l" indent="0" marL="0">
              <a:lnSpc>
                <a:spcPct val="97222"/>
              </a:lnSpc>
              <a:buNone/>
            </a:pPr>
            <a:r>
              <a:rPr lang="en-US" sz="1875" dirty="0">
                <a:solidFill>
                  <a:srgbClr val="3C4654"/>
                </a:solidFill>
                <a:latin typeface="Noto Sans KR" pitchFamily="34" charset="0"/>
                <a:ea typeface="Noto Sans KR" pitchFamily="34" charset="-122"/>
                <a:cs typeface="Noto Sans KR" pitchFamily="34" charset="-120"/>
              </a:rPr>
              <a:t>검색 결과 중 위에서 몇 개를 쓸지. 우리는 8개</a:t>
            </a:r>
            <a:endParaRPr lang="en-US" sz="1875" dirty="0"/>
          </a:p>
        </p:txBody>
      </p:sp>
      <p:sp>
        <p:nvSpPr>
          <p:cNvPr id="24" name="Text 22"/>
          <p:cNvSpPr/>
          <p:nvPr/>
        </p:nvSpPr>
        <p:spPr>
          <a:xfrm>
            <a:off x="1028700" y="4314825"/>
            <a:ext cx="1885950" cy="371475"/>
          </a:xfrm>
          <a:prstGeom prst="rect">
            <a:avLst/>
          </a:prstGeom>
          <a:noFill/>
          <a:ln/>
        </p:spPr>
        <p:txBody>
          <a:bodyPr wrap="square" lIns="25400" tIns="25400" rIns="25400" bIns="25400" rtlCol="0" anchor="t">
            <a:normAutofit/>
          </a:bodyPr>
          <a:lstStyle/>
          <a:p>
            <a:pPr algn="l" indent="0" marL="0">
              <a:lnSpc>
                <a:spcPct val="97222"/>
              </a:lnSpc>
              <a:buNone/>
            </a:pPr>
            <a:r>
              <a:rPr lang="en-US" sz="1875" b="1" dirty="0">
                <a:solidFill>
                  <a:srgbClr val="0F6B5E"/>
                </a:solidFill>
                <a:latin typeface="Noto Sans KR" pitchFamily="34" charset="0"/>
                <a:ea typeface="Noto Sans KR" pitchFamily="34" charset="-122"/>
                <a:cs typeface="Noto Sans KR" pitchFamily="34" charset="-120"/>
              </a:rPr>
              <a:t>제약 디코딩</a:t>
            </a:r>
            <a:endParaRPr lang="en-US" sz="1875" dirty="0"/>
          </a:p>
        </p:txBody>
      </p:sp>
      <p:sp>
        <p:nvSpPr>
          <p:cNvPr id="25" name="Text 23"/>
          <p:cNvSpPr/>
          <p:nvPr/>
        </p:nvSpPr>
        <p:spPr>
          <a:xfrm>
            <a:off x="2914650" y="4314825"/>
            <a:ext cx="6190238" cy="371475"/>
          </a:xfrm>
          <a:prstGeom prst="rect">
            <a:avLst/>
          </a:prstGeom>
          <a:noFill/>
          <a:ln/>
        </p:spPr>
        <p:txBody>
          <a:bodyPr wrap="square" lIns="25400" tIns="25400" rIns="25400" bIns="25400" rtlCol="0" anchor="t">
            <a:normAutofit/>
          </a:bodyPr>
          <a:lstStyle/>
          <a:p>
            <a:pPr algn="l" indent="0" marL="0">
              <a:lnSpc>
                <a:spcPct val="97222"/>
              </a:lnSpc>
              <a:buNone/>
            </a:pPr>
            <a:r>
              <a:rPr lang="en-US" sz="1875" dirty="0">
                <a:solidFill>
                  <a:srgbClr val="3C4654"/>
                </a:solidFill>
                <a:latin typeface="Noto Sans KR" pitchFamily="34" charset="0"/>
                <a:ea typeface="Noto Sans KR" pitchFamily="34" charset="-122"/>
                <a:cs typeface="Noto Sans KR" pitchFamily="34" charset="-120"/>
              </a:rPr>
              <a:t>답의 모양(JSON)을 미리 정해 벗어나지 못하게 하는 장치</a:t>
            </a:r>
            <a:endParaRPr lang="en-US" sz="1875" dirty="0"/>
          </a:p>
        </p:txBody>
      </p:sp>
      <p:sp>
        <p:nvSpPr>
          <p:cNvPr id="26" name="Text 24"/>
          <p:cNvSpPr/>
          <p:nvPr/>
        </p:nvSpPr>
        <p:spPr>
          <a:xfrm>
            <a:off x="9334500" y="4314825"/>
            <a:ext cx="1885950" cy="371475"/>
          </a:xfrm>
          <a:prstGeom prst="rect">
            <a:avLst/>
          </a:prstGeom>
          <a:noFill/>
          <a:ln/>
        </p:spPr>
        <p:txBody>
          <a:bodyPr wrap="square" lIns="25400" tIns="25400" rIns="25400" bIns="25400" rtlCol="0" anchor="t">
            <a:normAutofit/>
          </a:bodyPr>
          <a:lstStyle/>
          <a:p>
            <a:pPr algn="l" indent="0" marL="0">
              <a:lnSpc>
                <a:spcPct val="97222"/>
              </a:lnSpc>
              <a:buNone/>
            </a:pPr>
            <a:r>
              <a:rPr lang="en-US" sz="1875" b="1" dirty="0">
                <a:solidFill>
                  <a:srgbClr val="0F6B5E"/>
                </a:solidFill>
                <a:latin typeface="Noto Sans KR" pitchFamily="34" charset="0"/>
                <a:ea typeface="Noto Sans KR" pitchFamily="34" charset="-122"/>
                <a:cs typeface="Noto Sans KR" pitchFamily="34" charset="-120"/>
              </a:rPr>
              <a:t>RAG</a:t>
            </a:r>
            <a:endParaRPr lang="en-US" sz="1875" dirty="0"/>
          </a:p>
        </p:txBody>
      </p:sp>
      <p:sp>
        <p:nvSpPr>
          <p:cNvPr id="27" name="Text 25"/>
          <p:cNvSpPr/>
          <p:nvPr/>
        </p:nvSpPr>
        <p:spPr>
          <a:xfrm>
            <a:off x="11220450" y="4314825"/>
            <a:ext cx="5259705" cy="371475"/>
          </a:xfrm>
          <a:prstGeom prst="rect">
            <a:avLst/>
          </a:prstGeom>
          <a:noFill/>
          <a:ln/>
        </p:spPr>
        <p:txBody>
          <a:bodyPr wrap="square" lIns="25400" tIns="25400" rIns="25400" bIns="25400" rtlCol="0" anchor="t">
            <a:normAutofit/>
          </a:bodyPr>
          <a:lstStyle/>
          <a:p>
            <a:pPr algn="l" indent="0" marL="0">
              <a:lnSpc>
                <a:spcPct val="97222"/>
              </a:lnSpc>
              <a:buNone/>
            </a:pPr>
            <a:r>
              <a:rPr lang="en-US" sz="1875" dirty="0">
                <a:solidFill>
                  <a:srgbClr val="3C4654"/>
                </a:solidFill>
                <a:latin typeface="Noto Sans KR" pitchFamily="34" charset="0"/>
                <a:ea typeface="Noto Sans KR" pitchFamily="34" charset="-122"/>
                <a:cs typeface="Noto Sans KR" pitchFamily="34" charset="-120"/>
              </a:rPr>
              <a:t>필요한 자료를 찾아 프롬프트에 붙여 읽히는 방식</a:t>
            </a:r>
            <a:endParaRPr lang="en-US" sz="1875" dirty="0"/>
          </a:p>
        </p:txBody>
      </p:sp>
      <p:sp>
        <p:nvSpPr>
          <p:cNvPr id="28" name="Text 26"/>
          <p:cNvSpPr/>
          <p:nvPr/>
        </p:nvSpPr>
        <p:spPr>
          <a:xfrm>
            <a:off x="1028700" y="4762500"/>
            <a:ext cx="1885950" cy="371475"/>
          </a:xfrm>
          <a:prstGeom prst="rect">
            <a:avLst/>
          </a:prstGeom>
          <a:noFill/>
          <a:ln/>
        </p:spPr>
        <p:txBody>
          <a:bodyPr wrap="square" lIns="25400" tIns="25400" rIns="25400" bIns="25400" rtlCol="0" anchor="t">
            <a:normAutofit/>
          </a:bodyPr>
          <a:lstStyle/>
          <a:p>
            <a:pPr algn="l" indent="0" marL="0">
              <a:lnSpc>
                <a:spcPct val="97222"/>
              </a:lnSpc>
              <a:buNone/>
            </a:pPr>
            <a:r>
              <a:rPr lang="en-US" sz="1875" b="1" dirty="0">
                <a:solidFill>
                  <a:srgbClr val="0F6B5E"/>
                </a:solidFill>
                <a:latin typeface="Noto Sans KR" pitchFamily="34" charset="0"/>
                <a:ea typeface="Noto Sans KR" pitchFamily="34" charset="-122"/>
                <a:cs typeface="Noto Sans KR" pitchFamily="34" charset="-120"/>
              </a:rPr>
              <a:t>F1</a:t>
            </a:r>
            <a:endParaRPr lang="en-US" sz="1875" dirty="0"/>
          </a:p>
        </p:txBody>
      </p:sp>
      <p:sp>
        <p:nvSpPr>
          <p:cNvPr id="29" name="Text 27"/>
          <p:cNvSpPr/>
          <p:nvPr/>
        </p:nvSpPr>
        <p:spPr>
          <a:xfrm>
            <a:off x="2914650" y="4762500"/>
            <a:ext cx="5333048" cy="371475"/>
          </a:xfrm>
          <a:prstGeom prst="rect">
            <a:avLst/>
          </a:prstGeom>
          <a:noFill/>
          <a:ln/>
        </p:spPr>
        <p:txBody>
          <a:bodyPr wrap="square" lIns="25400" tIns="25400" rIns="25400" bIns="25400" rtlCol="0" anchor="t">
            <a:normAutofit/>
          </a:bodyPr>
          <a:lstStyle/>
          <a:p>
            <a:pPr algn="l" indent="0" marL="0">
              <a:lnSpc>
                <a:spcPct val="97222"/>
              </a:lnSpc>
              <a:buNone/>
            </a:pPr>
            <a:r>
              <a:rPr lang="en-US" sz="1875" dirty="0">
                <a:solidFill>
                  <a:srgbClr val="3C4654"/>
                </a:solidFill>
                <a:latin typeface="Noto Sans KR" pitchFamily="34" charset="0"/>
                <a:ea typeface="Noto Sans KR" pitchFamily="34" charset="-122"/>
                <a:cs typeface="Noto Sans KR" pitchFamily="34" charset="-120"/>
              </a:rPr>
              <a:t>맞히는 정도와 잘못 말하지 않는 정도를 합친 점수</a:t>
            </a:r>
            <a:endParaRPr lang="en-US" sz="1875" dirty="0"/>
          </a:p>
        </p:txBody>
      </p:sp>
      <p:sp>
        <p:nvSpPr>
          <p:cNvPr id="30" name="Text 28"/>
          <p:cNvSpPr/>
          <p:nvPr/>
        </p:nvSpPr>
        <p:spPr>
          <a:xfrm>
            <a:off x="9334500" y="4762500"/>
            <a:ext cx="1885950" cy="371475"/>
          </a:xfrm>
          <a:prstGeom prst="rect">
            <a:avLst/>
          </a:prstGeom>
          <a:noFill/>
          <a:ln/>
        </p:spPr>
        <p:txBody>
          <a:bodyPr wrap="square" lIns="25400" tIns="25400" rIns="25400" bIns="25400" rtlCol="0" anchor="t">
            <a:normAutofit/>
          </a:bodyPr>
          <a:lstStyle/>
          <a:p>
            <a:pPr algn="l" indent="0" marL="0">
              <a:lnSpc>
                <a:spcPct val="97222"/>
              </a:lnSpc>
              <a:buNone/>
            </a:pPr>
            <a:r>
              <a:rPr lang="en-US" sz="1875" b="1" dirty="0">
                <a:solidFill>
                  <a:srgbClr val="0F6B5E"/>
                </a:solidFill>
                <a:latin typeface="Noto Sans KR" pitchFamily="34" charset="0"/>
                <a:ea typeface="Noto Sans KR" pitchFamily="34" charset="-122"/>
                <a:cs typeface="Noto Sans KR" pitchFamily="34" charset="-120"/>
              </a:rPr>
              <a:t>브랜치</a:t>
            </a:r>
            <a:endParaRPr lang="en-US" sz="1875" dirty="0"/>
          </a:p>
        </p:txBody>
      </p:sp>
      <p:sp>
        <p:nvSpPr>
          <p:cNvPr id="31" name="Text 29"/>
          <p:cNvSpPr/>
          <p:nvPr/>
        </p:nvSpPr>
        <p:spPr>
          <a:xfrm>
            <a:off x="11220450" y="4762500"/>
            <a:ext cx="5406226" cy="371475"/>
          </a:xfrm>
          <a:prstGeom prst="rect">
            <a:avLst/>
          </a:prstGeom>
          <a:noFill/>
          <a:ln/>
        </p:spPr>
        <p:txBody>
          <a:bodyPr wrap="square" lIns="25400" tIns="25400" rIns="25400" bIns="25400" rtlCol="0" anchor="t">
            <a:normAutofit/>
          </a:bodyPr>
          <a:lstStyle/>
          <a:p>
            <a:pPr algn="l" indent="0" marL="0">
              <a:lnSpc>
                <a:spcPct val="97222"/>
              </a:lnSpc>
              <a:buNone/>
            </a:pPr>
            <a:r>
              <a:rPr lang="en-US" sz="1875" dirty="0">
                <a:solidFill>
                  <a:srgbClr val="3C4654"/>
                </a:solidFill>
                <a:latin typeface="Noto Sans KR" pitchFamily="34" charset="0"/>
                <a:ea typeface="Noto Sans KR" pitchFamily="34" charset="-122"/>
                <a:cs typeface="Noto Sans KR" pitchFamily="34" charset="-120"/>
              </a:rPr>
              <a:t>내 작업용 코드 사본. 망가뜨려도 남에게 영향 없음</a:t>
            </a:r>
            <a:endParaRPr lang="en-US" sz="1875" dirty="0"/>
          </a:p>
        </p:txBody>
      </p:sp>
      <p:sp>
        <p:nvSpPr>
          <p:cNvPr id="32" name="Text 30"/>
          <p:cNvSpPr/>
          <p:nvPr/>
        </p:nvSpPr>
        <p:spPr>
          <a:xfrm>
            <a:off x="1028700" y="5210175"/>
            <a:ext cx="1885950" cy="371475"/>
          </a:xfrm>
          <a:prstGeom prst="rect">
            <a:avLst/>
          </a:prstGeom>
          <a:noFill/>
          <a:ln/>
        </p:spPr>
        <p:txBody>
          <a:bodyPr wrap="square" lIns="25400" tIns="25400" rIns="25400" bIns="25400" rtlCol="0" anchor="t">
            <a:normAutofit/>
          </a:bodyPr>
          <a:lstStyle/>
          <a:p>
            <a:pPr algn="l" indent="0" marL="0">
              <a:lnSpc>
                <a:spcPct val="97222"/>
              </a:lnSpc>
              <a:buNone/>
            </a:pPr>
            <a:r>
              <a:rPr lang="en-US" sz="1875" b="1" dirty="0">
                <a:solidFill>
                  <a:srgbClr val="0F6B5E"/>
                </a:solidFill>
                <a:latin typeface="Noto Sans KR" pitchFamily="34" charset="0"/>
                <a:ea typeface="Noto Sans KR" pitchFamily="34" charset="-122"/>
                <a:cs typeface="Noto Sans KR" pitchFamily="34" charset="-120"/>
              </a:rPr>
              <a:t>Macro 평균</a:t>
            </a:r>
            <a:endParaRPr lang="en-US" sz="1875" dirty="0"/>
          </a:p>
        </p:txBody>
      </p:sp>
      <p:sp>
        <p:nvSpPr>
          <p:cNvPr id="33" name="Text 31"/>
          <p:cNvSpPr/>
          <p:nvPr/>
        </p:nvSpPr>
        <p:spPr>
          <a:xfrm>
            <a:off x="2914650" y="5210175"/>
            <a:ext cx="4900851" cy="371475"/>
          </a:xfrm>
          <a:prstGeom prst="rect">
            <a:avLst/>
          </a:prstGeom>
          <a:noFill/>
          <a:ln/>
        </p:spPr>
        <p:txBody>
          <a:bodyPr wrap="square" lIns="25400" tIns="25400" rIns="25400" bIns="25400" rtlCol="0" anchor="t">
            <a:normAutofit/>
          </a:bodyPr>
          <a:lstStyle/>
          <a:p>
            <a:pPr algn="l" indent="0" marL="0">
              <a:lnSpc>
                <a:spcPct val="97222"/>
              </a:lnSpc>
              <a:buNone/>
            </a:pPr>
            <a:r>
              <a:rPr lang="en-US" sz="1875" dirty="0">
                <a:solidFill>
                  <a:srgbClr val="3C4654"/>
                </a:solidFill>
                <a:latin typeface="Noto Sans KR" pitchFamily="34" charset="0"/>
                <a:ea typeface="Noto Sans KR" pitchFamily="34" charset="-122"/>
                <a:cs typeface="Noto Sans KR" pitchFamily="34" charset="-120"/>
              </a:rPr>
              <a:t>24개 항목 점수를 가중치 없이 그냥 평균한 값</a:t>
            </a:r>
            <a:endParaRPr lang="en-US" sz="1875" dirty="0"/>
          </a:p>
        </p:txBody>
      </p:sp>
      <p:sp>
        <p:nvSpPr>
          <p:cNvPr id="34" name="Text 32"/>
          <p:cNvSpPr/>
          <p:nvPr/>
        </p:nvSpPr>
        <p:spPr>
          <a:xfrm>
            <a:off x="9334500" y="5210175"/>
            <a:ext cx="1885950" cy="371475"/>
          </a:xfrm>
          <a:prstGeom prst="rect">
            <a:avLst/>
          </a:prstGeom>
          <a:noFill/>
          <a:ln/>
        </p:spPr>
        <p:txBody>
          <a:bodyPr wrap="square" lIns="25400" tIns="25400" rIns="25400" bIns="25400" rtlCol="0" anchor="t">
            <a:normAutofit/>
          </a:bodyPr>
          <a:lstStyle/>
          <a:p>
            <a:pPr algn="l" indent="0" marL="0">
              <a:lnSpc>
                <a:spcPct val="97222"/>
              </a:lnSpc>
              <a:buNone/>
            </a:pPr>
            <a:r>
              <a:rPr lang="en-US" sz="1875" b="1" dirty="0">
                <a:solidFill>
                  <a:srgbClr val="0F6B5E"/>
                </a:solidFill>
                <a:latin typeface="Noto Sans KR" pitchFamily="34" charset="0"/>
                <a:ea typeface="Noto Sans KR" pitchFamily="34" charset="-122"/>
                <a:cs typeface="Noto Sans KR" pitchFamily="34" charset="-120"/>
              </a:rPr>
              <a:t>커밋 · 병합</a:t>
            </a:r>
            <a:endParaRPr lang="en-US" sz="1875" dirty="0"/>
          </a:p>
        </p:txBody>
      </p:sp>
      <p:sp>
        <p:nvSpPr>
          <p:cNvPr id="35" name="Text 33"/>
          <p:cNvSpPr/>
          <p:nvPr/>
        </p:nvSpPr>
        <p:spPr>
          <a:xfrm>
            <a:off x="11220450" y="5210175"/>
            <a:ext cx="5297686" cy="371475"/>
          </a:xfrm>
          <a:prstGeom prst="rect">
            <a:avLst/>
          </a:prstGeom>
          <a:noFill/>
          <a:ln/>
        </p:spPr>
        <p:txBody>
          <a:bodyPr wrap="square" lIns="25400" tIns="25400" rIns="25400" bIns="25400" rtlCol="0" anchor="t">
            <a:normAutofit/>
          </a:bodyPr>
          <a:lstStyle/>
          <a:p>
            <a:pPr algn="l" indent="0" marL="0">
              <a:lnSpc>
                <a:spcPct val="97222"/>
              </a:lnSpc>
              <a:buNone/>
            </a:pPr>
            <a:r>
              <a:rPr lang="en-US" sz="1875" dirty="0">
                <a:solidFill>
                  <a:srgbClr val="3C4654"/>
                </a:solidFill>
                <a:latin typeface="Noto Sans KR" pitchFamily="34" charset="0"/>
                <a:ea typeface="Noto Sans KR" pitchFamily="34" charset="-122"/>
                <a:cs typeface="Noto Sans KR" pitchFamily="34" charset="-120"/>
              </a:rPr>
              <a:t>작업에 도장 찍기 · 내 작업을 공동 폴더에 합치기</a:t>
            </a:r>
            <a:endParaRPr lang="en-US" sz="1875" dirty="0"/>
          </a:p>
        </p:txBody>
      </p:sp>
      <p:sp>
        <p:nvSpPr>
          <p:cNvPr id="36" name="Text 34"/>
          <p:cNvSpPr/>
          <p:nvPr/>
        </p:nvSpPr>
        <p:spPr>
          <a:xfrm>
            <a:off x="1028700" y="5657850"/>
            <a:ext cx="1885950" cy="371475"/>
          </a:xfrm>
          <a:prstGeom prst="rect">
            <a:avLst/>
          </a:prstGeom>
          <a:noFill/>
          <a:ln/>
        </p:spPr>
        <p:txBody>
          <a:bodyPr wrap="square" lIns="25400" tIns="25400" rIns="25400" bIns="25400" rtlCol="0" anchor="t">
            <a:normAutofit/>
          </a:bodyPr>
          <a:lstStyle/>
          <a:p>
            <a:pPr algn="l" indent="0" marL="0">
              <a:lnSpc>
                <a:spcPct val="97222"/>
              </a:lnSpc>
              <a:buNone/>
            </a:pPr>
            <a:r>
              <a:rPr lang="en-US" sz="1875" b="1" dirty="0">
                <a:solidFill>
                  <a:srgbClr val="0F6B5E"/>
                </a:solidFill>
                <a:latin typeface="Noto Sans KR" pitchFamily="34" charset="0"/>
                <a:ea typeface="Noto Sans KR" pitchFamily="34" charset="-122"/>
                <a:cs typeface="Noto Sans KR" pitchFamily="34" charset="-120"/>
              </a:rPr>
              <a:t>과적합</a:t>
            </a:r>
            <a:endParaRPr lang="en-US" sz="1875" dirty="0"/>
          </a:p>
        </p:txBody>
      </p:sp>
      <p:sp>
        <p:nvSpPr>
          <p:cNvPr id="37" name="Text 35"/>
          <p:cNvSpPr/>
          <p:nvPr/>
        </p:nvSpPr>
        <p:spPr>
          <a:xfrm>
            <a:off x="2914650" y="5657850"/>
            <a:ext cx="5741670" cy="371475"/>
          </a:xfrm>
          <a:prstGeom prst="rect">
            <a:avLst/>
          </a:prstGeom>
          <a:noFill/>
          <a:ln/>
        </p:spPr>
        <p:txBody>
          <a:bodyPr wrap="square" lIns="25400" tIns="25400" rIns="25400" bIns="25400" rtlCol="0" anchor="t">
            <a:normAutofit/>
          </a:bodyPr>
          <a:lstStyle/>
          <a:p>
            <a:pPr algn="l" indent="0" marL="0">
              <a:lnSpc>
                <a:spcPct val="97222"/>
              </a:lnSpc>
              <a:buNone/>
            </a:pPr>
            <a:r>
              <a:rPr lang="en-US" sz="1875" dirty="0">
                <a:solidFill>
                  <a:srgbClr val="3C4654"/>
                </a:solidFill>
                <a:latin typeface="Noto Sans KR" pitchFamily="34" charset="0"/>
                <a:ea typeface="Noto Sans KR" pitchFamily="34" charset="-122"/>
                <a:cs typeface="Noto Sans KR" pitchFamily="34" charset="-120"/>
              </a:rPr>
              <a:t>가진 정답에만 맞춰져 실제 데이터에서 떨어지는 현상</a:t>
            </a:r>
            <a:endParaRPr lang="en-US" sz="1875" dirty="0"/>
          </a:p>
        </p:txBody>
      </p:sp>
      <p:sp>
        <p:nvSpPr>
          <p:cNvPr id="38" name="Text 36"/>
          <p:cNvSpPr/>
          <p:nvPr/>
        </p:nvSpPr>
        <p:spPr>
          <a:xfrm>
            <a:off x="9334500" y="5657850"/>
            <a:ext cx="1885950" cy="371475"/>
          </a:xfrm>
          <a:prstGeom prst="rect">
            <a:avLst/>
          </a:prstGeom>
          <a:noFill/>
          <a:ln/>
        </p:spPr>
        <p:txBody>
          <a:bodyPr wrap="square" lIns="25400" tIns="25400" rIns="25400" bIns="25400" rtlCol="0" anchor="t">
            <a:normAutofit/>
          </a:bodyPr>
          <a:lstStyle/>
          <a:p>
            <a:pPr algn="l" indent="0" marL="0">
              <a:lnSpc>
                <a:spcPct val="97222"/>
              </a:lnSpc>
              <a:buNone/>
            </a:pPr>
            <a:r>
              <a:rPr lang="en-US" sz="1875" b="1" dirty="0">
                <a:solidFill>
                  <a:srgbClr val="0F6B5E"/>
                </a:solidFill>
                <a:latin typeface="Noto Sans KR" pitchFamily="34" charset="0"/>
                <a:ea typeface="Noto Sans KR" pitchFamily="34" charset="-122"/>
                <a:cs typeface="Noto Sans KR" pitchFamily="34" charset="-120"/>
              </a:rPr>
              <a:t>부재탐지형</a:t>
            </a:r>
            <a:endParaRPr lang="en-US" sz="1875" dirty="0"/>
          </a:p>
        </p:txBody>
      </p:sp>
      <p:sp>
        <p:nvSpPr>
          <p:cNvPr id="39" name="Text 37"/>
          <p:cNvSpPr/>
          <p:nvPr/>
        </p:nvSpPr>
        <p:spPr>
          <a:xfrm>
            <a:off x="11220450" y="5657850"/>
            <a:ext cx="5720551" cy="371475"/>
          </a:xfrm>
          <a:prstGeom prst="rect">
            <a:avLst/>
          </a:prstGeom>
          <a:noFill/>
          <a:ln/>
        </p:spPr>
        <p:txBody>
          <a:bodyPr wrap="square" lIns="25400" tIns="25400" rIns="25400" bIns="25400" rtlCol="0" anchor="t">
            <a:normAutofit/>
          </a:bodyPr>
          <a:lstStyle/>
          <a:p>
            <a:pPr algn="l" indent="0" marL="0">
              <a:lnSpc>
                <a:spcPct val="97222"/>
              </a:lnSpc>
              <a:buNone/>
            </a:pPr>
            <a:r>
              <a:rPr lang="en-US" sz="1875" dirty="0">
                <a:solidFill>
                  <a:srgbClr val="3C4654"/>
                </a:solidFill>
                <a:latin typeface="Noto Sans KR" pitchFamily="34" charset="0"/>
                <a:ea typeface="Noto Sans KR" pitchFamily="34" charset="-122"/>
                <a:cs typeface="Noto Sans KR" pitchFamily="34" charset="-120"/>
              </a:rPr>
              <a:t>있어야 할 기재가 없는 것이 위반인 항목. 근거는 빈칸</a:t>
            </a:r>
            <a:endParaRPr lang="en-US" sz="1875" dirty="0"/>
          </a:p>
        </p:txBody>
      </p:sp>
      <p:sp>
        <p:nvSpPr>
          <p:cNvPr id="40" name="Shape 38"/>
          <p:cNvSpPr/>
          <p:nvPr/>
        </p:nvSpPr>
        <p:spPr>
          <a:xfrm>
            <a:off x="1028700" y="6238875"/>
            <a:ext cx="16230600" cy="9525"/>
          </a:xfrm>
          <a:prstGeom prst="rect">
            <a:avLst/>
          </a:prstGeom>
          <a:solidFill>
            <a:srgbClr val="DCD7CC"/>
          </a:solidFill>
          <a:ln/>
        </p:spPr>
      </p:sp>
      <p:sp>
        <p:nvSpPr>
          <p:cNvPr id="41" name="Text 39"/>
          <p:cNvSpPr/>
          <p:nvPr/>
        </p:nvSpPr>
        <p:spPr>
          <a:xfrm>
            <a:off x="1028700" y="6400800"/>
            <a:ext cx="16717518" cy="369540"/>
          </a:xfrm>
          <a:prstGeom prst="rect">
            <a:avLst/>
          </a:prstGeom>
          <a:noFill/>
          <a:ln/>
        </p:spPr>
        <p:txBody>
          <a:bodyPr wrap="square" lIns="25400" tIns="25400" rIns="25400" bIns="25400" rtlCol="0" anchor="t">
            <a:normAutofit/>
          </a:bodyPr>
          <a:lstStyle/>
          <a:p>
            <a:pPr algn="l" indent="0" marL="0">
              <a:lnSpc>
                <a:spcPct val="99429"/>
              </a:lnSpc>
              <a:buNone/>
            </a:pPr>
            <a:r>
              <a:rPr lang="en-US" sz="1800" dirty="0">
                <a:solidFill>
                  <a:srgbClr val="7C8492"/>
                </a:solidFill>
                <a:latin typeface="Noto Sans KR" pitchFamily="34" charset="0"/>
                <a:ea typeface="Noto Sans KR" pitchFamily="34" charset="-122"/>
                <a:cs typeface="Noto Sans KR" pitchFamily="34" charset="-120"/>
              </a:rPr>
              <a:t>여기에 없는 용어가 나오면 바로 질문한다 — 이 장은 인쇄해서 책상에 두어도 된다</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2026-09-15T14:07:09Z</dcterms:created>
  <dcterms:modified xsi:type="dcterms:W3CDTF">2026-09-15T14:07:09Z</dcterms:modified>
</cp:coreProperties>
</file>